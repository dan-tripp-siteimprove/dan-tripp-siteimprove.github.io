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86" r:id="rId4"/>
  </p:sldMasterIdLst>
  <p:notesMasterIdLst>
    <p:notesMasterId r:id="rId97"/>
  </p:notesMasterIdLst>
  <p:handoutMasterIdLst>
    <p:handoutMasterId r:id="rId98"/>
  </p:handoutMasterIdLst>
  <p:sldIdLst>
    <p:sldId id="2147378073" r:id="rId5"/>
    <p:sldId id="2145707593" r:id="rId6"/>
    <p:sldId id="2147378143" r:id="rId7"/>
    <p:sldId id="2147378078" r:id="rId8"/>
    <p:sldId id="2147378130" r:id="rId9"/>
    <p:sldId id="2147378144" r:id="rId10"/>
    <p:sldId id="2147378142" r:id="rId11"/>
    <p:sldId id="2147378074" r:id="rId12"/>
    <p:sldId id="2147378168" r:id="rId13"/>
    <p:sldId id="2147378075" r:id="rId14"/>
    <p:sldId id="2147378079" r:id="rId15"/>
    <p:sldId id="2147378131" r:id="rId16"/>
    <p:sldId id="2147378141" r:id="rId17"/>
    <p:sldId id="2147378164" r:id="rId18"/>
    <p:sldId id="2147378145" r:id="rId19"/>
    <p:sldId id="2147378076" r:id="rId20"/>
    <p:sldId id="2147378077" r:id="rId21"/>
    <p:sldId id="2147378171" r:id="rId22"/>
    <p:sldId id="2147378081" r:id="rId23"/>
    <p:sldId id="2147378153" r:id="rId24"/>
    <p:sldId id="2147378185" r:id="rId25"/>
    <p:sldId id="2147378174" r:id="rId26"/>
    <p:sldId id="2147378175" r:id="rId27"/>
    <p:sldId id="2147378176" r:id="rId28"/>
    <p:sldId id="2147378177" r:id="rId29"/>
    <p:sldId id="2147378178" r:id="rId30"/>
    <p:sldId id="2147378179" r:id="rId31"/>
    <p:sldId id="2147378180" r:id="rId32"/>
    <p:sldId id="2147378181" r:id="rId33"/>
    <p:sldId id="2147378084" r:id="rId34"/>
    <p:sldId id="2147378085" r:id="rId35"/>
    <p:sldId id="2147378086" r:id="rId36"/>
    <p:sldId id="2147378157" r:id="rId37"/>
    <p:sldId id="2147378159" r:id="rId38"/>
    <p:sldId id="2147378132" r:id="rId39"/>
    <p:sldId id="2147378087" r:id="rId40"/>
    <p:sldId id="2147378146" r:id="rId41"/>
    <p:sldId id="2147378165" r:id="rId42"/>
    <p:sldId id="2147378140" r:id="rId43"/>
    <p:sldId id="2147378088" r:id="rId44"/>
    <p:sldId id="2147378139" r:id="rId45"/>
    <p:sldId id="2147378089" r:id="rId46"/>
    <p:sldId id="2147378151" r:id="rId47"/>
    <p:sldId id="2147378091" r:id="rId48"/>
    <p:sldId id="2147378090" r:id="rId49"/>
    <p:sldId id="2147378092" r:id="rId50"/>
    <p:sldId id="2147378093" r:id="rId51"/>
    <p:sldId id="2147378133" r:id="rId52"/>
    <p:sldId id="2147378094" r:id="rId53"/>
    <p:sldId id="2147378166" r:id="rId54"/>
    <p:sldId id="2147378147" r:id="rId55"/>
    <p:sldId id="2147378095" r:id="rId56"/>
    <p:sldId id="2147378161" r:id="rId57"/>
    <p:sldId id="2147378096" r:id="rId58"/>
    <p:sldId id="2147378103" r:id="rId59"/>
    <p:sldId id="2147378097" r:id="rId60"/>
    <p:sldId id="2147378101" r:id="rId61"/>
    <p:sldId id="2147378100" r:id="rId62"/>
    <p:sldId id="2147378102" r:id="rId63"/>
    <p:sldId id="2147378134" r:id="rId64"/>
    <p:sldId id="2147378112" r:id="rId65"/>
    <p:sldId id="2147378148" r:id="rId66"/>
    <p:sldId id="2147378167" r:id="rId67"/>
    <p:sldId id="2147378113" r:id="rId68"/>
    <p:sldId id="2147378114" r:id="rId69"/>
    <p:sldId id="2147378162" r:id="rId70"/>
    <p:sldId id="2147378169" r:id="rId71"/>
    <p:sldId id="2147378115" r:id="rId72"/>
    <p:sldId id="2147378163" r:id="rId73"/>
    <p:sldId id="2147378117" r:id="rId74"/>
    <p:sldId id="2147378160" r:id="rId75"/>
    <p:sldId id="2147378116" r:id="rId76"/>
    <p:sldId id="2147378118" r:id="rId77"/>
    <p:sldId id="2147378119" r:id="rId78"/>
    <p:sldId id="2147378120" r:id="rId79"/>
    <p:sldId id="2147378136" r:id="rId80"/>
    <p:sldId id="2147378170" r:id="rId81"/>
    <p:sldId id="2147378149" r:id="rId82"/>
    <p:sldId id="2147378121" r:id="rId83"/>
    <p:sldId id="2147378122" r:id="rId84"/>
    <p:sldId id="2147378123" r:id="rId85"/>
    <p:sldId id="2147378124" r:id="rId86"/>
    <p:sldId id="2147378126" r:id="rId87"/>
    <p:sldId id="2147378127" r:id="rId88"/>
    <p:sldId id="2147378128" r:id="rId89"/>
    <p:sldId id="2147378129" r:id="rId90"/>
    <p:sldId id="2147378137" r:id="rId91"/>
    <p:sldId id="2147378150" r:id="rId92"/>
    <p:sldId id="2147378138" r:id="rId93"/>
    <p:sldId id="2147378186" r:id="rId94"/>
    <p:sldId id="2147378158" r:id="rId95"/>
    <p:sldId id="2146849094" r:id="rId96"/>
  </p:sldIdLst>
  <p:sldSz cx="12192000" cy="6858000"/>
  <p:notesSz cx="6858000" cy="9144000"/>
  <p:embeddedFontLst>
    <p:embeddedFont>
      <p:font typeface="Consolas" panose="020B0609020204030204" pitchFamily="49" charset="0"/>
      <p:regular r:id="rId99"/>
      <p:bold r:id="rId100"/>
      <p:italic r:id="rId101"/>
      <p:boldItalic r:id="rId10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PT Template" id="{73E461BE-C4B6-0D48-A525-4EF546112625}">
          <p14:sldIdLst>
            <p14:sldId id="2147378073"/>
            <p14:sldId id="2145707593"/>
            <p14:sldId id="2147378143"/>
            <p14:sldId id="2147378078"/>
            <p14:sldId id="2147378130"/>
            <p14:sldId id="2147378144"/>
            <p14:sldId id="2147378142"/>
            <p14:sldId id="2147378074"/>
            <p14:sldId id="2147378168"/>
            <p14:sldId id="2147378075"/>
            <p14:sldId id="2147378079"/>
            <p14:sldId id="2147378131"/>
            <p14:sldId id="2147378141"/>
            <p14:sldId id="2147378164"/>
            <p14:sldId id="2147378145"/>
            <p14:sldId id="2147378076"/>
            <p14:sldId id="2147378077"/>
            <p14:sldId id="2147378171"/>
            <p14:sldId id="2147378081"/>
            <p14:sldId id="2147378153"/>
            <p14:sldId id="2147378185"/>
            <p14:sldId id="2147378174"/>
            <p14:sldId id="2147378175"/>
            <p14:sldId id="2147378176"/>
            <p14:sldId id="2147378177"/>
            <p14:sldId id="2147378178"/>
            <p14:sldId id="2147378179"/>
            <p14:sldId id="2147378180"/>
            <p14:sldId id="2147378181"/>
            <p14:sldId id="2147378084"/>
            <p14:sldId id="2147378085"/>
            <p14:sldId id="2147378086"/>
            <p14:sldId id="2147378157"/>
            <p14:sldId id="2147378159"/>
            <p14:sldId id="2147378132"/>
            <p14:sldId id="2147378087"/>
            <p14:sldId id="2147378146"/>
            <p14:sldId id="2147378165"/>
            <p14:sldId id="2147378140"/>
            <p14:sldId id="2147378088"/>
            <p14:sldId id="2147378139"/>
            <p14:sldId id="2147378089"/>
            <p14:sldId id="2147378151"/>
            <p14:sldId id="2147378091"/>
            <p14:sldId id="2147378090"/>
            <p14:sldId id="2147378092"/>
            <p14:sldId id="2147378093"/>
            <p14:sldId id="2147378133"/>
            <p14:sldId id="2147378094"/>
            <p14:sldId id="2147378166"/>
            <p14:sldId id="2147378147"/>
            <p14:sldId id="2147378095"/>
            <p14:sldId id="2147378161"/>
            <p14:sldId id="2147378096"/>
            <p14:sldId id="2147378103"/>
            <p14:sldId id="2147378097"/>
            <p14:sldId id="2147378101"/>
            <p14:sldId id="2147378100"/>
            <p14:sldId id="2147378102"/>
            <p14:sldId id="2147378134"/>
            <p14:sldId id="2147378112"/>
            <p14:sldId id="2147378148"/>
            <p14:sldId id="2147378167"/>
            <p14:sldId id="2147378113"/>
            <p14:sldId id="2147378114"/>
            <p14:sldId id="2147378162"/>
            <p14:sldId id="2147378169"/>
            <p14:sldId id="2147378115"/>
            <p14:sldId id="2147378163"/>
            <p14:sldId id="2147378117"/>
            <p14:sldId id="2147378160"/>
            <p14:sldId id="2147378116"/>
            <p14:sldId id="2147378118"/>
            <p14:sldId id="2147378119"/>
            <p14:sldId id="2147378120"/>
            <p14:sldId id="2147378136"/>
            <p14:sldId id="2147378170"/>
            <p14:sldId id="2147378149"/>
            <p14:sldId id="2147378121"/>
            <p14:sldId id="2147378122"/>
            <p14:sldId id="2147378123"/>
            <p14:sldId id="2147378124"/>
            <p14:sldId id="2147378126"/>
            <p14:sldId id="2147378127"/>
            <p14:sldId id="2147378128"/>
            <p14:sldId id="2147378129"/>
            <p14:sldId id="2147378137"/>
            <p14:sldId id="2147378150"/>
            <p14:sldId id="2147378138"/>
            <p14:sldId id="2147378186"/>
            <p14:sldId id="2147378158"/>
            <p14:sldId id="214684909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A2D1523-35AB-876B-DDC7-768AC3967519}" name="Lars Chrois" initials="LC" userId="S::lc@prsnt.dk::0d5694f9-aae2-45f6-b917-66606c9d227d" providerId="AD"/>
  <p188:author id="{89351F3D-AE45-43D2-8BDE-80713AAEB760}" name="Kristian Kristoffersen" initials="KK" userId="S::kkr@siteimprove.com::9fc9c29e-5f05-4f0c-8961-8e45f65fccb9" providerId="AD"/>
  <p188:author id="{203E6052-F31D-71C7-76EA-329E28264A58}" name="Ali Shaffer" initials="AS" userId="S::asha@siteimprove.com::78643ec2-763a-43d3-8b38-9665ad7e36f4" providerId="AD"/>
  <p188:author id="{309F7A55-951B-1ED9-0565-10759C9F97DA}" name="Julio Azzini" initials="JA" userId="S::jaz@siteimprove.com::8795b4b6-df9e-4eaa-80d0-a9926fde25c5" providerId="AD"/>
  <p188:author id="{AA56EA55-6F44-6B8A-287D-1B0CCFDE0F09}" name="Mariana Sousa e Brito" initials="MB" userId="S::msb@siteimprove.com::4af9825e-34e6-4920-bb8f-80b214837aeb" providerId="AD"/>
  <p188:author id="{C0C44C5B-0A1B-803B-DD1F-2E2E9ADCF533}" name="Shane Paladin" initials="SP" userId="S::sp@siteimprove.com::d1181b78-fda5-484a-bb4d-bfda0a1b6730" providerId="AD"/>
  <p188:author id="{83A3725B-FD29-D546-A94C-5E67C0EFF5C6}" name="Gladys Han" initials="GH" userId="S::gha@siteimprove.com::43e49393-0c4e-49f5-9588-ae21e994c700" providerId="AD"/>
  <p188:author id="{57D63D64-320D-E9FB-FE5A-CF02F3578300}" name="Jasmijn De Baan" initials="JB" userId="S::jdba@siteimprove.com::e633a4ae-d585-4d74-9d32-4d8e865a1377" providerId="AD"/>
  <p188:author id="{1FE3BB6E-A4CE-060D-E36F-3010B09DFD85}" name="Andreas Moesgaard" initials="AM" userId="S::amoe@siteimprove.com::3dc6618b-317a-420a-853e-63c7eaac21a3" providerId="AD"/>
  <p188:author id="{DBC65C75-B085-DEC9-BB53-25DEB974C050}" name="Nicolai Munch Andersen" initials="NA" userId="S::nma@siteimprove.com::17a10901-38fb-4203-9340-d9045248a1fc" providerId="AD"/>
  <p188:author id="{7B45A57F-4152-2A51-0C48-7EC013826C0C}" name="Izabela Misiorny" initials="IM" userId="S::imi@siteimprove.com::dd7f8331-cbea-4cb2-874e-d543d4696038" providerId="AD"/>
  <p188:author id="{1E49A790-786E-9A79-8A74-21B0693CD0F5}" name="Ana Urcelay Lorenzo" initials="AL" userId="S::aul@siteimprove.com::b81bd0c6-9f05-4eb9-9d7e-25738d737dda" providerId="AD"/>
  <p188:author id="{FDDFB9B4-3C1E-AFC9-5E68-DFCA3C5204AB}" name="Viktor Petersson" initials="VP" userId="S::vpe@siteimprove.com::0cde6f6a-d807-48cd-8082-7de9d0228889" providerId="AD"/>
  <p188:author id="{9DCE25B6-10F0-7046-6DF4-45A1B0FEFDC6}" name="Jessica Navarro" initials="JN" userId="S::jna@siteimprove.com::fcd36acb-39e9-4cf5-adaa-d50d4897829a" providerId="AD"/>
  <p188:author id="{9D0F0DBC-7F9C-2AFD-C5B2-2159115F85EA}" name="Ava Cramp" initials="AC" userId="S::acr@siteimprove.com::a5b98fea-8d6f-44a6-adee-9fc1cf87f77a" providerId="AD"/>
  <p188:author id="{BE6B64F0-2C8A-3D49-B057-A9F68CD20BB1}" name="Linda Ringel" initials="LR" userId="S::lri@siteimprove.com::2dd3b554-4664-49f3-957e-10e0fbbd8fab" providerId="AD"/>
  <p188:author id="{24527AF9-CAA9-5EE1-916F-115E26D33422}" name="Alex Brolick" initials="AB" userId="S::abro@siteimprove.com::2c87b3cd-b60e-4856-b26b-83edd333a12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ristian Kristoffersen" initials="KK" lastIdx="12" clrIdx="0">
    <p:extLst>
      <p:ext uri="{19B8F6BF-5375-455C-9EA6-DF929625EA0E}">
        <p15:presenceInfo xmlns:p15="http://schemas.microsoft.com/office/powerpoint/2012/main" userId="S::kkr@siteimprove.com::9fc9c29e-5f05-4f0c-8961-8e45f65fccb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a:srgbClr val="3E3E3E"/>
    <a:srgbClr val="000000"/>
    <a:srgbClr val="2767F1"/>
    <a:srgbClr val="21207F"/>
    <a:srgbClr val="13186C"/>
    <a:srgbClr val="161865"/>
    <a:srgbClr val="949595"/>
    <a:srgbClr val="00A5AE"/>
    <a:srgbClr val="1411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9" autoAdjust="0"/>
    <p:restoredTop sz="86375" autoAdjust="0"/>
  </p:normalViewPr>
  <p:slideViewPr>
    <p:cSldViewPr snapToGrid="0">
      <p:cViewPr varScale="1">
        <p:scale>
          <a:sx n="44" d="100"/>
          <a:sy n="44" d="100"/>
        </p:scale>
        <p:origin x="68" y="476"/>
      </p:cViewPr>
      <p:guideLst/>
    </p:cSldViewPr>
  </p:slideViewPr>
  <p:outlineViewPr>
    <p:cViewPr>
      <p:scale>
        <a:sx n="33" d="100"/>
        <a:sy n="33" d="100"/>
      </p:scale>
      <p:origin x="0" y="-47348"/>
    </p:cViewPr>
  </p:outlin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tableStyles" Target="tableStyles.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commentAuthors" Target="commentAuthors.xml"/><Relationship Id="rId108"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font" Target="fonts/font1.fntdata"/><Relationship Id="rId101"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notesMaster" Target="notesMasters/notesMaster1.xml"/><Relationship Id="rId104"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font" Target="fonts/font2.fntdata"/><Relationship Id="rId105"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handoutMaster" Target="handoutMasters/handoutMaster1.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824E9A5-CE49-43A2-A4E5-B1696406AA4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a:extLst>
              <a:ext uri="{FF2B5EF4-FFF2-40B4-BE49-F238E27FC236}">
                <a16:creationId xmlns:a16="http://schemas.microsoft.com/office/drawing/2014/main" id="{BA26842A-368F-4831-A737-BBE91C1F1EF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8D414C-7164-40F0-A96C-B8B8BF01B825}" type="datetimeFigureOut">
              <a:rPr lang="en-US" smtClean="0">
                <a:latin typeface="Arial" panose="020B0604020202020204" pitchFamily="34" charset="0"/>
              </a:rPr>
              <a:t>9/18/2026</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136774E0-D9BA-4A62-90B9-6415DB1A28A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437EA6FF-A8C5-409F-9D79-5D832BAD0FE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02E42F4-520E-42D9-8E6E-0014F9F3C39E}"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39502415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da-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1209AAB4-0BB7-47FE-9B07-2525CFC05D9C}" type="datetimeFigureOut">
              <a:rPr lang="da-DK" smtClean="0"/>
              <a:pPr/>
              <a:t>18-09-2026</a:t>
            </a:fld>
            <a:endParaRPr lang="da-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da-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F70926BC-9849-4B85-A419-4E022D9BED12}" type="slidenum">
              <a:rPr lang="da-DK" smtClean="0"/>
              <a:pPr/>
              <a:t>‹#›</a:t>
            </a:fld>
            <a:endParaRPr lang="da-DK"/>
          </a:p>
        </p:txBody>
      </p:sp>
    </p:spTree>
    <p:extLst>
      <p:ext uri="{BB962C8B-B14F-4D97-AF65-F5344CB8AC3E}">
        <p14:creationId xmlns:p14="http://schemas.microsoft.com/office/powerpoint/2010/main" val="1398316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a-DK"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353950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8F3FE-A56C-E53A-F661-35E76E147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0D1AB-3782-8186-3661-DE34BBD11D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DD15A0-3293-F568-565E-65533B7BCB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A1BFC9-CF8E-3184-B1DD-198E77E53D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a-DK"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525690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52A17-E035-7D63-EDBF-407312D98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09A03-DF9C-68E9-88E9-C68E845CD9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9569CD-61D6-6B98-5CAE-595D3FF651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29139E-5A1F-4D1C-615E-E7EB67049C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a-DK"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376517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41F7E-3AAF-5F5D-86A5-7E130F072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14586C-93BC-7D61-69EE-781DFCB6F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B80D0F-A074-D00E-E43C-0326DBFFC0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07BDCA-07FD-23BC-F4D6-C4FB419420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a-DK"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776725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C6573-36B6-800C-BDBB-4EC4FA0AD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E3FBCB-50F4-A39F-33A1-9F718A5F4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77220-36F8-2405-E912-896D5F8100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56BB06-1EB8-E3A3-ECC1-E9B824B055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a-DK"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4279500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6A31F-3CEE-9C5A-0022-4ED909D73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EC669-243B-7156-7EAC-FDDB948C98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5A5730-1553-169B-7D6F-A3023A578C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DD1C5D-9A4A-72FF-73A5-BA12624014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a-DK"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516451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66F87-F356-20B0-6D30-7967257A55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15266B-D0C6-F586-1A18-EDEDA0E8E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56378A-44CB-200E-2147-1E89091EBA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60A73E-7EDD-9408-6D1A-EF1E704DBEB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a-DK"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561653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C6E5C-9876-690D-48E3-7FBF90B3A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09DF1-2BFB-B0BB-666A-C4740B81AE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F5E85-CB58-5F1B-1009-E83F4965BF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611951-629F-3556-DF25-5AF21215DD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a-DK"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416594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F46B2-C9DC-1328-F1E0-B5B862ED97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AEA204-75E8-5BF5-0DE7-C763032BF0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EF185-E00C-372B-BF2D-099731B8BE2B}"/>
              </a:ext>
            </a:extLst>
          </p:cNvPr>
          <p:cNvSpPr>
            <a:spLocks noGrp="1"/>
          </p:cNvSpPr>
          <p:nvPr>
            <p:ph type="body" idx="1"/>
          </p:nvPr>
        </p:nvSpPr>
        <p:spPr/>
        <p:txBody>
          <a:bodyPr/>
          <a:lstStyle/>
          <a:p>
            <a:r>
              <a:rPr lang="en-US" dirty="0"/>
              <a:t>* </a:t>
            </a:r>
            <a:r>
              <a:rPr lang="en-US" dirty="0" err="1"/>
              <a:t>WebAIM</a:t>
            </a:r>
            <a:r>
              <a:rPr lang="en-US" dirty="0"/>
              <a:t> million is 2026</a:t>
            </a:r>
          </a:p>
          <a:p>
            <a:r>
              <a:rPr lang="en-US" dirty="0"/>
              <a:t>* Web Almanac is 2025 </a:t>
            </a:r>
          </a:p>
        </p:txBody>
      </p:sp>
      <p:sp>
        <p:nvSpPr>
          <p:cNvPr id="4" name="Slide Number Placeholder 3">
            <a:extLst>
              <a:ext uri="{FF2B5EF4-FFF2-40B4-BE49-F238E27FC236}">
                <a16:creationId xmlns:a16="http://schemas.microsoft.com/office/drawing/2014/main" id="{78DC57E3-B0B8-E4B0-18ED-5D322341A2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3549582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D8F21-7B4C-71EB-C55A-34937D227A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1F2B05-EB71-A380-602E-549D47557F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6187AF-19CF-223F-4719-F6B3D8D334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FCFAE78-2A9D-5397-CAAB-21DA4BAA44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1356056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C9A0A-0B39-0D44-9107-FC3CA6358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471E4-3E74-916D-FC31-5152FA749D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B7CED-BFDC-853D-CA6F-D96F9E5EDE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049CC31-857A-0D13-63D7-8F0CDA2526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264534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5027B-3E75-1A21-A7FA-1665A8099A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EE406B-63E7-3AE4-D0FB-AEE1EBD459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122CE-C06B-BA14-2D68-5C227A416F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2C0621-8693-4FB0-BBA5-DFB6FDFD5B3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550459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DCDCB-CA8F-8B0B-4910-5B95E19E59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BB05B-0ECB-B42D-4D00-3B3C928FCF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F8B4AB-7692-B6BD-DF5E-24CABBEA27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311828-1423-03E0-B55C-16BF109A19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9981644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544E5-E6FA-3778-CFDB-78E7BD4C8F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12822-CDF8-118C-D778-222F57E147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E790E5-83C7-6CD3-33E7-218273E787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B01707-474F-F83F-1FF8-9219EB66A5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0890951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C8F7C-E765-6AB6-21AC-36025B1E0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B4886-07B5-B0E9-9534-8ADB4B4229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E9C46F-0661-7091-A956-798B653AC3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7C73F5-47B8-AE51-E9AD-BF0C7B82C7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820397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F6A76-A1FB-8971-5779-DD7E4B791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96A018-03D7-561E-68A0-83BCE69D75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9A7D9B-EA83-0597-479F-CD632E359C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634BD16-7F5C-56BA-B3C1-47CCF9570AB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646435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35B26-1170-9E76-EC56-120A29AE8C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4ACF8-D13D-60A2-FA65-4B780C325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487DD1-1E23-34FA-488B-969FC85A94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33AFC7C-4DDB-2F02-C6BE-0417055EF7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0522417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242D4-6B63-5E8B-6677-EBF99484E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A607C-CDDD-38E9-CFFF-B5A77500B3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0B4E0E-8CAC-F943-E84F-87CF0FF5615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B46C4B-670B-4EF1-1674-44B4FEB2BE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9587685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87389-FFE7-22B9-CAE1-D796DFCF2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FBCBB-2F30-C4BB-EDA8-8D9DD6E698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74F27A-0378-3E1A-0015-2BE2F9489B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0117D51-7EC0-C833-BD77-082736F835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0622976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7EB73-2539-3ADB-4D54-4224B28F9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F53BD-8CCE-3F91-48DD-F9B5CA11A2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ECB2D-189C-AADD-79AE-D79C840BF5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3889CA-1FB8-ACF2-A6D5-DE8BF6CC485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0710155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C8AF0-02C5-2ACC-9A8F-AB81B04D1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1D676-C752-FCDC-50B6-BBEE429559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FC7B49-06A2-841C-B8E6-2A7E5D5F96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B687BA-EA64-9890-6B91-BC647A18D2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0590416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1AD-EA86-9E09-CD62-2A98D7E3D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74F4B4-052E-BD9E-F4E2-6DCC562AE7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1E74E2-67DB-8682-57A8-AA92D41B3A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A04CCA-90CF-5B1E-ADAE-8643A18E6F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0623569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34C3-7071-92C0-A04D-FAB298A71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700C7-39C1-1A6E-869D-DBC8F42695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0CB456-4332-DCBC-8C7A-8CEE77FF63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C124AF6-765F-7253-1B88-2115574FC8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1245214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A9462-8FDD-E66E-820D-E5D73CF67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F02C4F-3AD0-7753-045C-9A5C301B8D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48725D-2E32-A521-75D0-9004F66CF47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23FFC3A-B4C3-1B1D-2303-6971A802FC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1712219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F32EC-B284-3C62-4B1B-7C36BD88A0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AACF4-DBA0-1491-ADB1-F5C9910083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DA229E-BBD9-5ACD-ECB8-FF3B7E3CAC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911FDB4-DFC5-BE38-904C-416607F4F2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9021949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4C4B4-9A07-4D81-6343-7655C5F89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68602-8D6F-34B5-2D8B-294076B761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09DAA6-7E35-C1E9-F886-A089DFFB4A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347F0F-5FB7-E4E7-32B7-FA7EFBEF45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9241303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16D75-F8C0-3333-C769-19839A842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6B9A7-D248-E163-0649-7F2CEF423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D302DB-72BE-8926-A1ED-EDF4F52D6E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8268D7-1C96-1116-932D-C21C0ED3A3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899849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80FA4-601B-7C94-2B17-480084231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86895-6C65-2067-5EB5-271F6B584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D47C64-49CC-7D19-4385-50D669D4E9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04BD75-3071-97F3-B0A2-EFF974D35A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5390249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19739-F8B6-B1E9-B8B2-4C5FBAA46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47114-D25D-EBCA-E323-547F2C790D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2E170-AF94-4D53-64E9-2D3DFDDF3F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B7FC7C3-E580-DF5D-AB85-931BC4EAC0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6040622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1B0CF-061B-76E8-FAC1-EBBB7497DB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3ACBC0-703D-0D22-5DA3-FA2C91322F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5D75E-CCF3-0341-0C0C-C551295FB0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69E3FED-87F4-155B-B9BB-CF15E099AD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3899680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43AF1-A628-0B88-012F-4D0B100410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98239-4230-CEFB-6EAD-99B8D9C54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336279-AC27-19B9-65F4-6DB7DBFEC5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54094F-9E6C-19AC-4F0E-5748E82E3C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8428216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7D5FA-5E2F-8C36-2CCA-62C90D1A9B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D90AE1-A3F1-5044-9C16-9811A4F661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D17081-16E1-C149-C77B-09AB953E1F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6853F8-6789-1ED8-55F9-9F36F1D25E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1267015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2E135-5510-5D75-BD9D-6ABA6F0F08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01C4CE-FF1D-5DC5-74C6-3215C34707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E1DD32-2E2C-7139-18CA-B167D81CA1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D50494-C471-3F75-4342-11A7ED2451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0886047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DC812-28A1-2FAF-AC34-69A08F8C86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F22BB3-6D5E-35BA-C9D2-B423D67ADF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5A0721-E5EE-28D8-5E2D-7BFC3CF65B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FD3F2D-EE95-E24C-9203-367F1E69A6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6648090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74ED2-5708-F87D-7148-F7F45A155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61B9C-EFAC-3FF9-3FCE-3B452E79F6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EEF88-FB33-F918-A6E1-FEBA540E565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557ECF-DADF-CEB0-636C-8C336E1C04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694673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5F12C-CA8B-7A67-B9CE-88D14E1DA3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D193A-A5BE-BE98-9F3A-3035DA3894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C4731D-A9D8-89E7-BC9C-18ED6FEB03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3AFE44-F808-C4C5-9587-B990AAC2AF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4247653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672A7-A48A-7753-030E-C935DC014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D3F5E-C426-D26A-3010-DCA735758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64825E-925B-D82A-B053-74E8AE6F2A7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1F039E-1DB0-A3B6-5377-241A75C811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6775435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5F1AD-8DCA-768B-B09A-87CF49178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28D5C8-5707-0E20-5EA2-0910E157E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F54221-A64C-4DFD-3848-A4E932BDD25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A2AC06-AE9F-E3C2-E060-3F74FA5B49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0752169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2D755-BB16-5DAC-34C7-4A41548316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33B2D-551F-CDF0-CB84-50F63806A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EAB6BC-367E-CCF3-863E-C7F43EF639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5BEF08-2C1E-B3F5-EA55-2415733CF9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994883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9E1F8-EC31-BC28-E7F5-B185FB32A4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5609D3-F051-B61A-9AEB-628926129B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A8FBE-A1D2-7421-884D-18029B3B75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CD6D54-E891-D48D-1067-50C8524546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7002771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7D882-7B34-991C-E484-7DB7E5551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CEF34-F425-9089-8A91-EBACD1699C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3C5F68-EC73-3F32-12E5-E9A406D02B4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83958F8-755D-A564-1C7C-2FA4F54D49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2576391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BFACB-520A-B699-A628-6A20CADDC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3460C-8365-4396-A580-C3563256C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851724-07B6-B038-33AA-3F3A8F86DD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C5885A-EDE8-702F-7325-7ABB9309D5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6747261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05FF9-4153-099C-2860-8F23BFA27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7B6E1F-E95A-346C-8EFC-89015AF7F8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C38B4E-FDAF-C946-8D93-234064ABC3B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02C8BB-7BE3-60A6-6832-5E5F5B811D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4455482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B4C4E-0C05-532C-C629-6C0911580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5A5F53-0E91-F6BB-E341-C064E3246C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A67F3E-2169-B1B0-1A7D-422199BCB2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6024C1-BBE2-15B6-B9A1-CAE108D7B2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9312576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8D4FF-5ECF-AE67-98D9-3461EE4FA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1B420F-E0E5-6237-D09A-9BC337CDA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EB6F4C-3709-F6C1-A596-659FFF71EC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46D3EA-B0FB-F319-1705-51ACEBD306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5801059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470B4-CFFB-3461-7237-10B87A96EC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CCC14-A26B-9771-ECBC-4A4BA4BFC5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5E9D7-F2BB-8476-3A67-D731D77DEA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4575FA9-3B71-8A4F-666C-2A9BB72BAC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8643067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ED107-57D6-2BE9-6726-C24CD1271A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B5776-D99F-B218-0FD3-688C5A5A6A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212B70-EDD5-E1F6-6075-B39B39BC16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7B08EC-79DF-A1B0-06DB-56F621A208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7478654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0D579-DAA5-1154-FFF0-021341411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E91DF-4606-F2C5-A482-E0D33E7ADB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6DB370-828E-AB09-CF4F-AA9E8CF539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13CB2B-184C-A5D2-D372-D3E7EBFD27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5518135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EE1E8-97B2-DBEB-72CA-EF06A9F75D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8D9952-A507-22BC-F01F-136E04126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A5D43-CAA3-4713-9B82-EA6C369373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4D438E-A132-6A78-52A2-0FAE456417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7721569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96929-712D-C51D-8682-DE120F8865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C566D-965B-4BDF-7691-B4D6DB95D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59EFE5-7585-C921-870A-BDCE9464FE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BEE45D-502F-CE8A-7EEF-D386BC9BF6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3392939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58845-C49D-0B11-D755-2300B991B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FC1455-1233-810D-61A3-9186132B80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0615F8-2A12-825A-948F-621290AD52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6203AE-AF1D-CB94-2DE1-DEF6495453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520147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19DE9-8C27-B6A6-FC01-F54E63901A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0C30F5-4B4B-FF4C-3398-878CFB27D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A75E0F-CA57-875A-C76C-D89E8BAB1A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726C572-8080-E0DD-B53B-A14562E166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10066757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F7BF4-4B33-DF6A-52AC-426BF5DB2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F0625D-8AD3-385D-825F-9D1CD27083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8C5600-3BFC-95B7-7FBC-FF6E7ACD49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407296-B6CA-2597-FA73-0E19029BB4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0584655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AF728-EA88-2DB5-9C69-4D7EBD5351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DCBFE-12C4-5736-33D8-EDE665A8A0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C6457-6083-EB38-16D9-C701E24F30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7A15C3F-09BA-6984-8DFD-57001570E9E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5832329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FD03A-0A98-FCFF-FFE0-1CF942C472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FB70-19EC-A89C-3F89-22CC5B06F3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3FD02-183D-EF07-E043-7CEAE36ED21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B1B890B-A92D-B54B-C70E-F7B3C88ACC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70025457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09735-825C-CBC1-C94A-7742E8DEBF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66208D-43D5-E0FF-7222-DFDBBC677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5AE6F-32D9-457C-26E1-2F3894C7AB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9EBD0E-C955-38C6-A6AD-20EFB59796B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7162784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ABB46-5F44-1DC4-FD0C-D616B93214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CC0B7B-5700-FBBD-4086-BE9182B37E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6D9A02-5A92-7C5F-F570-CC9492D0A8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EBD4D0-C394-8162-B989-A4B835692B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2445290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1765D-A712-8E20-6B0E-6540D2475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1B536-9A72-57BB-AA6E-BA56DE095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28F96F-3EEC-692C-7678-6DCE31A306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4CEEF67-F794-E6C1-92B3-67528A943D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9642364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E7B69-3D64-1F4B-9A2D-CB858FC542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70583B-B693-C0AB-89A9-8CDCD5AE87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8CF98-FCBC-DA92-2338-32F0B527BE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348EDD-DBF8-E41F-A0AF-08697A6619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12040997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6E2D1-42D1-6C8F-363C-F98459C4C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52FBC-A3BA-BCEA-B512-28D2BF1F63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4F1D34-FFC2-0058-E845-94D83D0F6F4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9B72C4-F730-5B05-A6FC-A49C819934E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62848524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3F95A-4E7B-9BA4-027C-BCF477734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2E0D4-B96E-68B1-3545-D21DA3D2F3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10B6AE-6B3A-5E73-9219-A0AC6A3248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682CA8-9036-7AA4-1B90-9BEF7B2AAF5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54846673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61BB-6D67-A6C6-BF81-00B492E80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65437-47AE-B932-4EB5-885A9391A1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5CDE32-3FDE-C9A8-BD85-2F63DEAAED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6BDFA3F-23D3-6CBC-BC31-DCEB6D909A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1379369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79650-6C65-A5C8-F39E-FBF2A99AB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E39FE0-5947-AF90-CA32-0D6BFA637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FB56B4-10A2-3D22-AAA9-630F1BF9C94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30F5EEC-2BE5-2DCF-F601-14341C69D42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8385431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391C-D538-2950-E308-BA02A0476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E9F03-51F0-9757-E76E-EE6CBE7216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A9732-CE8D-44C8-E0C1-D81CFF9B02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2148D2-71CA-C98B-2667-2644F6C6F8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79701001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F551D-5D12-6CD7-F96C-2DB84498D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13B78-5A9A-3E75-8F4C-79D0C63157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7FEB00-BF70-E1CA-2811-6EE99CCC20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20E3A5-1A39-8756-0420-9090885401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15754537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F1BBB-7ECB-5155-A1A7-7012CA21D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596EE-13C4-8385-94C3-361F0922BA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CE9500-8BA9-8032-40C9-BC3E29B053B5}"/>
              </a:ext>
            </a:extLst>
          </p:cNvPr>
          <p:cNvSpPr>
            <a:spLocks noGrp="1"/>
          </p:cNvSpPr>
          <p:nvPr>
            <p:ph type="body" idx="1"/>
          </p:nvPr>
        </p:nvSpPr>
        <p:spPr/>
        <p:txBody>
          <a:bodyPr/>
          <a:lstStyle/>
          <a:p>
            <a:r>
              <a:rPr lang="en-US" sz="1200" dirty="0"/>
              <a:t>– Leonie quote is from F-Word podcast with Bruce Lawson, https://f-word.dev/episodes/19/ , 29:58  </a:t>
            </a:r>
            <a:endParaRPr lang="en-US" dirty="0"/>
          </a:p>
        </p:txBody>
      </p:sp>
      <p:sp>
        <p:nvSpPr>
          <p:cNvPr id="4" name="Slide Number Placeholder 3">
            <a:extLst>
              <a:ext uri="{FF2B5EF4-FFF2-40B4-BE49-F238E27FC236}">
                <a16:creationId xmlns:a16="http://schemas.microsoft.com/office/drawing/2014/main" id="{ECC70BEF-015C-F144-ED05-B99E10E92A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01199852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0FF6E-BAA3-04B8-B8F0-148D41BD4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A67464-CE20-F3F3-D135-D55BE1F0B1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BF024-D6C8-2A14-B09E-8B39587A5D8D}"/>
              </a:ext>
            </a:extLst>
          </p:cNvPr>
          <p:cNvSpPr>
            <a:spLocks noGrp="1"/>
          </p:cNvSpPr>
          <p:nvPr>
            <p:ph type="body" idx="1"/>
          </p:nvPr>
        </p:nvSpPr>
        <p:spPr/>
        <p:txBody>
          <a:bodyPr/>
          <a:lstStyle/>
          <a:p>
            <a:r>
              <a:rPr lang="en-US" sz="1200" dirty="0"/>
              <a:t>– Leonie quote is from F-Word podcast with Bruce Lawson, https://f-word.dev/episodes/19/ , 29:58  </a:t>
            </a:r>
            <a:endParaRPr lang="en-US" dirty="0"/>
          </a:p>
        </p:txBody>
      </p:sp>
      <p:sp>
        <p:nvSpPr>
          <p:cNvPr id="4" name="Slide Number Placeholder 3">
            <a:extLst>
              <a:ext uri="{FF2B5EF4-FFF2-40B4-BE49-F238E27FC236}">
                <a16:creationId xmlns:a16="http://schemas.microsoft.com/office/drawing/2014/main" id="{7F0C490A-6965-1602-3E64-6C4DA72974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1655472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A20E3-9FDF-81B0-EED5-785AC91E3C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AB522B-A052-95D1-AB4E-B343449152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800C3D-887B-4B80-3279-91D4186933B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1D47DE-1F46-9D89-D167-D5B5B7123AE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39584512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6188F-73C3-6A68-C8C6-71F054AC4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04B012-BEFE-4B58-AD76-3B2625E2C1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497A6C-C611-726A-48D7-88D555E2E4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B349A1-99DB-DE37-D356-6D35B725C9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15059850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8789D-C13B-72CF-F2C2-AF9CA72829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08C497-74D4-4F7C-F030-88791CBA6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8EA2C-1295-38D4-C545-1B480C6B5C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0FBF479-041F-758D-CDF1-8E72CA9E2D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7004699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5B90E-4BA3-2E92-D8ED-92CEF077F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E5778-A3A1-4C8E-69C2-8092762EFF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C9898D-6C3E-302F-66B0-6D37D604FF0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B009D0-82B9-B5BF-FD41-DBB1D25BEC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03289378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BD648-B885-2BCE-0E44-EBE1715AB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F2CDC-0102-A3CF-289F-365CF1B363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99D69-05BF-3971-DC87-097F96E670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FAE956-7A89-BC6D-4385-7DB1519BAC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77338365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8E5A7-D307-95A1-4429-31C8A25ADD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29A95-FC22-8F8E-412F-C0D22789CB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C4EBBE-3BE7-1A15-9F23-F203D2F24663}"/>
              </a:ext>
            </a:extLst>
          </p:cNvPr>
          <p:cNvSpPr>
            <a:spLocks noGrp="1"/>
          </p:cNvSpPr>
          <p:nvPr>
            <p:ph type="body" idx="1"/>
          </p:nvPr>
        </p:nvSpPr>
        <p:spPr/>
        <p:txBody>
          <a:bodyPr/>
          <a:lstStyle/>
          <a:p>
            <a:r>
              <a:rPr lang="en-US" dirty="0"/>
              <a:t>- https://docs.deque.com/devtools-mobile/2024.9.18/en/android-label-at-front </a:t>
            </a:r>
          </a:p>
        </p:txBody>
      </p:sp>
      <p:sp>
        <p:nvSpPr>
          <p:cNvPr id="4" name="Slide Number Placeholder 3">
            <a:extLst>
              <a:ext uri="{FF2B5EF4-FFF2-40B4-BE49-F238E27FC236}">
                <a16:creationId xmlns:a16="http://schemas.microsoft.com/office/drawing/2014/main" id="{C0038625-6C2B-0378-8EEF-9F3DD7F19F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8522513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35F98-2694-7100-C689-5BD954C24C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C83C73-7EFE-9199-782A-FAC2CF001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7BBAB-68AA-FED0-B4A1-9E3A22BAE7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4F34DB-41D6-95EE-29C5-677F8D96AD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93099473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4A983-90F8-33F5-835C-E1C70C18B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37EAC-F045-054D-A2F6-949D30ECC4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37D238-A742-F11F-A2A0-E97B8351120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9DAAA9-26F3-866A-9EF5-A7CEB18A0B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28427363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E629F-06B8-2BC1-62B6-7D6335EB60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969F5-D7BE-FAE1-5A0D-367552CF7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BFFB91-FF55-2781-987C-D167559C76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DC9AB3F-5B40-001E-DD02-0935F68104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56133620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6A6E3-1F8E-7A10-B879-07153371E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19CFA6-A2FA-1644-EC16-25AF14CAA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8D90D6-C05B-2DD6-C513-0055C9F3C2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7D1DD15-1A20-99CF-60E2-CB5E65FBA4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42503185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CC4C2-7D12-8161-5F3E-352D66B6A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C0517-B81C-CD97-9612-5D0EBD3598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A35CAE-B5FE-AE58-16CC-9ACC04EC5B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D1EC11-5F72-76D7-B188-58EEEED6CF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79164173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16CFC-8614-AE65-8888-61526DD998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89BFF-85A5-8B5E-5676-A17A5202CB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CBD18C-3499-2437-9B10-3B2AFD4E16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E1270A-779D-3697-FC35-718CB9CDBC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15212632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93B21-8CBF-C45B-CFBC-47FA53498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DB9B3-A22B-A983-BF54-151C9FFA6B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D5B0A6-C313-3395-933E-2BBC2AB1A6D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DD926B-C35B-3443-E911-04A41D22E2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50702868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5C475-3E6A-C90F-D468-03173E25C0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CCD53-9F6A-FB9A-674B-A81E241BD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2547E-C377-99E6-64F8-667FCFA7AF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1A7B69-A7F9-B3C3-C9CC-12641C3BAB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0826511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948B6-FA84-B5CD-1434-A1240E877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C722D-55CC-7652-5024-38CA6D6E7A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A01547-219B-C7D5-0B65-F7B39CED99D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ED664D-5E6F-6F1E-4372-0803152648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00895732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BCDCC-E2E2-1954-69EA-3A7422666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BFF005-92C8-E7A1-CDE0-220A43AC0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D36458-D5C6-FC1C-CB14-BB44099B48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ECA79E-547A-9255-58FE-0C3ADC2F64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60095904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26908-608E-D3BE-CDAE-26DB4333A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10A69-C407-2DBA-9FB9-15AF77FBF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A7D62D-99D7-B628-53CA-BAEC760797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F2F9FF-20AE-CC23-DAF4-79E63AC608B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35199100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7D184-3F32-2568-483A-CE2FB4E1B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1C98F-8762-4C01-BF4B-8EB2814327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87BCA3-0B1D-2F98-CF54-45715AFE651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A7D361-C2E8-4B5D-A1AF-40DF6FB3B7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05365379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5FBAE-E725-768A-E890-C569E505B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5980E4-3D45-297E-FDD3-7E854AAD9C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456D0-99E6-FBFA-B6BA-74012FC9117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39829AB-E733-53A5-330D-F61DD98A86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18735794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DDC2C-4C24-2534-9A4E-23CBD2F1F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EBFFF-381B-25D9-F763-F7428AFEF0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13CC0D-5A81-8046-E499-DAD3CF13EB5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898CFB-D9EC-B92D-DB6D-043680B1F1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23973423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286BC-624D-6616-B549-99EFF2FEFF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12BB97-1F93-3727-64ED-C2736E9609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8BE256-7E2B-CFE6-4ABF-F98DBCA5C9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BBAE5E-2A65-7F20-BA8D-1320C4EC9B2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63411394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45315-F1AF-8F1C-7DAC-6C379559AD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1C216F-9063-CA20-7409-892BD7D37F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2E53D0-886A-3EDF-DA3A-876FEB8BF05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47A07E1-9041-122B-343B-EE5CEE232E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926BC-9849-4B85-A419-4E022D9BED12}" type="slidenum">
              <a:rPr kumimoji="0" lang="da-DK"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da-DK"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7866466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ain title slide">
    <p:spTree>
      <p:nvGrpSpPr>
        <p:cNvPr id="1" name=""/>
        <p:cNvGrpSpPr/>
        <p:nvPr/>
      </p:nvGrpSpPr>
      <p:grpSpPr>
        <a:xfrm>
          <a:off x="0" y="0"/>
          <a:ext cx="0" cy="0"/>
          <a:chOff x="0" y="0"/>
          <a:chExt cx="0" cy="0"/>
        </a:xfrm>
      </p:grpSpPr>
      <p:pic>
        <p:nvPicPr>
          <p:cNvPr id="7" name="Graphic 6" descr="Siteimprove logo">
            <a:extLst>
              <a:ext uri="{FF2B5EF4-FFF2-40B4-BE49-F238E27FC236}">
                <a16:creationId xmlns:a16="http://schemas.microsoft.com/office/drawing/2014/main" id="{64B544F3-4372-76A1-46D5-E930120E86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201664" y="1890215"/>
            <a:ext cx="7788671" cy="1919520"/>
          </a:xfrm>
          <a:prstGeom prst="rect">
            <a:avLst/>
          </a:prstGeom>
          <a:effectLst>
            <a:outerShdw blurRad="317500" dist="127000" dir="5400000" algn="ctr" rotWithShape="0">
              <a:schemeClr val="tx1">
                <a:alpha val="20000"/>
              </a:schemeClr>
            </a:outerShdw>
          </a:effectLst>
        </p:spPr>
      </p:pic>
      <p:sp>
        <p:nvSpPr>
          <p:cNvPr id="5" name="Title 7">
            <a:extLst>
              <a:ext uri="{FF2B5EF4-FFF2-40B4-BE49-F238E27FC236}">
                <a16:creationId xmlns:a16="http://schemas.microsoft.com/office/drawing/2014/main" id="{3F085633-5BD9-598E-6E1B-9CABA434F246}"/>
              </a:ext>
            </a:extLst>
          </p:cNvPr>
          <p:cNvSpPr>
            <a:spLocks noGrp="1"/>
          </p:cNvSpPr>
          <p:nvPr>
            <p:ph type="title"/>
          </p:nvPr>
        </p:nvSpPr>
        <p:spPr>
          <a:xfrm>
            <a:off x="0" y="3809735"/>
            <a:ext cx="12192000" cy="746459"/>
          </a:xfrm>
          <a:prstGeom prst="rect">
            <a:avLst/>
          </a:prstGeom>
        </p:spPr>
        <p:txBody>
          <a:bodyPr/>
          <a:lstStyle>
            <a:lvl1pPr algn="ctr">
              <a:defRPr sz="2400" b="1" i="0">
                <a:solidFill>
                  <a:schemeClr val="tx1"/>
                </a:solidFill>
                <a:latin typeface="+mj-lt"/>
              </a:defRPr>
            </a:lvl1pPr>
          </a:lstStyle>
          <a:p>
            <a:r>
              <a:rPr lang="en-GB"/>
              <a:t>Click to edit Master title style</a:t>
            </a:r>
            <a:endParaRPr lang="en-DK"/>
          </a:p>
        </p:txBody>
      </p:sp>
      <p:pic>
        <p:nvPicPr>
          <p:cNvPr id="12" name="Graphic 11">
            <a:extLst>
              <a:ext uri="{FF2B5EF4-FFF2-40B4-BE49-F238E27FC236}">
                <a16:creationId xmlns:a16="http://schemas.microsoft.com/office/drawing/2014/main" id="{89280D2D-244F-894B-DD30-2ECF0A5BC4F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437885" y="799029"/>
            <a:ext cx="1104900" cy="1104900"/>
          </a:xfrm>
          <a:prstGeom prst="rect">
            <a:avLst/>
          </a:prstGeom>
        </p:spPr>
      </p:pic>
      <p:pic>
        <p:nvPicPr>
          <p:cNvPr id="6" name="Graphic 5">
            <a:extLst>
              <a:ext uri="{FF2B5EF4-FFF2-40B4-BE49-F238E27FC236}">
                <a16:creationId xmlns:a16="http://schemas.microsoft.com/office/drawing/2014/main" id="{8AF8414D-4DFC-01BD-1680-1B19D8A8867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390807" y="4576084"/>
            <a:ext cx="7065818" cy="3644357"/>
          </a:xfrm>
          <a:prstGeom prst="rect">
            <a:avLst/>
          </a:prstGeom>
        </p:spPr>
      </p:pic>
      <p:sp>
        <p:nvSpPr>
          <p:cNvPr id="10" name="Text Placeholder 2">
            <a:extLst>
              <a:ext uri="{FF2B5EF4-FFF2-40B4-BE49-F238E27FC236}">
                <a16:creationId xmlns:a16="http://schemas.microsoft.com/office/drawing/2014/main" id="{2D2559C3-E0AA-E133-229C-DB545CB0D099}"/>
              </a:ext>
            </a:extLst>
          </p:cNvPr>
          <p:cNvSpPr txBox="1">
            <a:spLocks/>
          </p:cNvSpPr>
          <p:nvPr userDrawn="1"/>
        </p:nvSpPr>
        <p:spPr>
          <a:xfrm>
            <a:off x="407988" y="6462000"/>
            <a:ext cx="3318911" cy="243629"/>
          </a:xfrm>
          <a:prstGeom prst="rect">
            <a:avLst/>
          </a:prstGeom>
        </p:spPr>
        <p:txBody>
          <a:bodyPr vert="horz" lIns="0" tIns="0" rIns="0" bIns="0" rtlCol="0" anchor="ctr">
            <a:noAutofit/>
          </a:bodyPr>
          <a:lstStyle>
            <a:lvl1pPr marL="228600" indent="-228600" algn="l" defTabSz="914400" rtl="0" eaLnBrk="1" latinLnBrk="0" hangingPunct="1">
              <a:lnSpc>
                <a:spcPct val="100000"/>
              </a:lnSpc>
              <a:spcBef>
                <a:spcPts val="1200"/>
              </a:spcBef>
              <a:buClr>
                <a:schemeClr val="accent3"/>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3"/>
              </a:buClr>
              <a:buFont typeface="Arial" panose="020B0604020202020204" pitchFamily="34" charset="0"/>
              <a:buChar char="•"/>
              <a:defRPr sz="1200" kern="1200">
                <a:solidFill>
                  <a:schemeClr val="tx1"/>
                </a:solidFill>
                <a:latin typeface="+mn-lt"/>
                <a:ea typeface="+mn-ea"/>
                <a:cs typeface="+mn-cs"/>
              </a:defRPr>
            </a:lvl2pPr>
            <a:lvl3pPr marL="1117600" indent="-203200" algn="l" defTabSz="914400" rtl="0" eaLnBrk="1" latinLnBrk="0" hangingPunct="1">
              <a:lnSpc>
                <a:spcPct val="10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1574800" indent="-203200" algn="l" defTabSz="914400" rtl="0" eaLnBrk="1" latinLnBrk="0" hangingPunct="1">
              <a:lnSpc>
                <a:spcPct val="100000"/>
              </a:lnSpc>
              <a:spcBef>
                <a:spcPts val="500"/>
              </a:spcBef>
              <a:buClr>
                <a:schemeClr val="accent3"/>
              </a:buClr>
              <a:buFont typeface="Arial" panose="020B0604020202020204" pitchFamily="34" charset="0"/>
              <a:buChar char="•"/>
              <a:defRPr sz="900" kern="1200">
                <a:solidFill>
                  <a:schemeClr val="tx1"/>
                </a:solidFill>
                <a:latin typeface="+mn-lt"/>
                <a:ea typeface="+mn-ea"/>
                <a:cs typeface="+mn-cs"/>
              </a:defRPr>
            </a:lvl4pPr>
            <a:lvl5pPr marL="1981200" indent="-152400" algn="l" defTabSz="914400" rtl="0" eaLnBrk="1" latinLnBrk="0" hangingPunct="1">
              <a:lnSpc>
                <a:spcPct val="100000"/>
              </a:lnSpc>
              <a:spcBef>
                <a:spcPts val="500"/>
              </a:spcBef>
              <a:buClr>
                <a:schemeClr val="accent3"/>
              </a:buClr>
              <a:buFont typeface="Arial" panose="020B0604020202020204" pitchFamily="34" charset="0"/>
              <a:buChar char="•"/>
              <a:defRPr sz="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800" b="0" i="0" u="none" strike="noStrike" kern="1200" cap="none" spc="0" normalizeH="0" baseline="0" noProof="0">
                <a:ln>
                  <a:noFill/>
                </a:ln>
                <a:solidFill>
                  <a:schemeClr val="tx1"/>
                </a:solidFill>
                <a:effectLst/>
                <a:uLnTx/>
                <a:uFillTx/>
                <a:latin typeface="Arial" panose="020B0604020202020204" pitchFamily="34" charset="0"/>
                <a:ea typeface="+mn-ea"/>
                <a:cs typeface="+mn-cs"/>
              </a:rPr>
              <a:t>© Siteimprove CONFIDENTIAL</a:t>
            </a:r>
          </a:p>
        </p:txBody>
      </p:sp>
    </p:spTree>
    <p:extLst>
      <p:ext uri="{BB962C8B-B14F-4D97-AF65-F5344CB8AC3E}">
        <p14:creationId xmlns:p14="http://schemas.microsoft.com/office/powerpoint/2010/main" val="2205476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7" name="Graphic 6" descr="Siteimprove logo">
            <a:extLst>
              <a:ext uri="{FF2B5EF4-FFF2-40B4-BE49-F238E27FC236}">
                <a16:creationId xmlns:a16="http://schemas.microsoft.com/office/drawing/2014/main" id="{64B544F3-4372-76A1-46D5-E930120E86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900245" y="1056785"/>
            <a:ext cx="2391509" cy="589388"/>
          </a:xfrm>
          <a:prstGeom prst="rect">
            <a:avLst/>
          </a:prstGeom>
          <a:effectLst/>
        </p:spPr>
      </p:pic>
      <p:sp>
        <p:nvSpPr>
          <p:cNvPr id="5" name="Title 7">
            <a:extLst>
              <a:ext uri="{FF2B5EF4-FFF2-40B4-BE49-F238E27FC236}">
                <a16:creationId xmlns:a16="http://schemas.microsoft.com/office/drawing/2014/main" id="{3F085633-5BD9-598E-6E1B-9CABA434F246}"/>
              </a:ext>
            </a:extLst>
          </p:cNvPr>
          <p:cNvSpPr>
            <a:spLocks noGrp="1"/>
          </p:cNvSpPr>
          <p:nvPr>
            <p:ph type="title"/>
          </p:nvPr>
        </p:nvSpPr>
        <p:spPr>
          <a:xfrm>
            <a:off x="0" y="2177536"/>
            <a:ext cx="12192000" cy="2502928"/>
          </a:xfrm>
          <a:prstGeom prst="rect">
            <a:avLst/>
          </a:prstGeom>
        </p:spPr>
        <p:txBody>
          <a:bodyPr anchor="ctr"/>
          <a:lstStyle>
            <a:lvl1pPr algn="ctr">
              <a:defRPr sz="5000" b="1" i="0">
                <a:solidFill>
                  <a:schemeClr val="tx1"/>
                </a:solidFill>
                <a:latin typeface="+mj-lt"/>
              </a:defRPr>
            </a:lvl1pPr>
          </a:lstStyle>
          <a:p>
            <a:r>
              <a:rPr lang="en-GB"/>
              <a:t>Click to edit Master title style</a:t>
            </a:r>
            <a:endParaRPr lang="en-DK"/>
          </a:p>
        </p:txBody>
      </p:sp>
      <p:pic>
        <p:nvPicPr>
          <p:cNvPr id="12" name="Graphic 11">
            <a:extLst>
              <a:ext uri="{FF2B5EF4-FFF2-40B4-BE49-F238E27FC236}">
                <a16:creationId xmlns:a16="http://schemas.microsoft.com/office/drawing/2014/main" id="{89280D2D-244F-894B-DD30-2ECF0A5BC4F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437885" y="799029"/>
            <a:ext cx="1104900" cy="1104900"/>
          </a:xfrm>
          <a:prstGeom prst="rect">
            <a:avLst/>
          </a:prstGeom>
        </p:spPr>
      </p:pic>
      <p:pic>
        <p:nvPicPr>
          <p:cNvPr id="6" name="Graphic 5">
            <a:extLst>
              <a:ext uri="{FF2B5EF4-FFF2-40B4-BE49-F238E27FC236}">
                <a16:creationId xmlns:a16="http://schemas.microsoft.com/office/drawing/2014/main" id="{8AF8414D-4DFC-01BD-1680-1B19D8A8867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390807" y="4576084"/>
            <a:ext cx="7065818" cy="3644357"/>
          </a:xfrm>
          <a:prstGeom prst="rect">
            <a:avLst/>
          </a:prstGeom>
        </p:spPr>
      </p:pic>
      <p:sp>
        <p:nvSpPr>
          <p:cNvPr id="10" name="Text Placeholder 2">
            <a:extLst>
              <a:ext uri="{FF2B5EF4-FFF2-40B4-BE49-F238E27FC236}">
                <a16:creationId xmlns:a16="http://schemas.microsoft.com/office/drawing/2014/main" id="{2D2559C3-E0AA-E133-229C-DB545CB0D099}"/>
              </a:ext>
            </a:extLst>
          </p:cNvPr>
          <p:cNvSpPr txBox="1">
            <a:spLocks/>
          </p:cNvSpPr>
          <p:nvPr userDrawn="1"/>
        </p:nvSpPr>
        <p:spPr>
          <a:xfrm>
            <a:off x="407988" y="6462000"/>
            <a:ext cx="3318911" cy="243629"/>
          </a:xfrm>
          <a:prstGeom prst="rect">
            <a:avLst/>
          </a:prstGeom>
        </p:spPr>
        <p:txBody>
          <a:bodyPr vert="horz" lIns="0" tIns="0" rIns="0" bIns="0" rtlCol="0" anchor="ctr">
            <a:noAutofit/>
          </a:bodyPr>
          <a:lstStyle>
            <a:lvl1pPr marL="228600" indent="-228600" algn="l" defTabSz="914400" rtl="0" eaLnBrk="1" latinLnBrk="0" hangingPunct="1">
              <a:lnSpc>
                <a:spcPct val="100000"/>
              </a:lnSpc>
              <a:spcBef>
                <a:spcPts val="1200"/>
              </a:spcBef>
              <a:buClr>
                <a:schemeClr val="accent3"/>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3"/>
              </a:buClr>
              <a:buFont typeface="Arial" panose="020B0604020202020204" pitchFamily="34" charset="0"/>
              <a:buChar char="•"/>
              <a:defRPr sz="1200" kern="1200">
                <a:solidFill>
                  <a:schemeClr val="tx1"/>
                </a:solidFill>
                <a:latin typeface="+mn-lt"/>
                <a:ea typeface="+mn-ea"/>
                <a:cs typeface="+mn-cs"/>
              </a:defRPr>
            </a:lvl2pPr>
            <a:lvl3pPr marL="1117600" indent="-203200" algn="l" defTabSz="914400" rtl="0" eaLnBrk="1" latinLnBrk="0" hangingPunct="1">
              <a:lnSpc>
                <a:spcPct val="10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1574800" indent="-203200" algn="l" defTabSz="914400" rtl="0" eaLnBrk="1" latinLnBrk="0" hangingPunct="1">
              <a:lnSpc>
                <a:spcPct val="100000"/>
              </a:lnSpc>
              <a:spcBef>
                <a:spcPts val="500"/>
              </a:spcBef>
              <a:buClr>
                <a:schemeClr val="accent3"/>
              </a:buClr>
              <a:buFont typeface="Arial" panose="020B0604020202020204" pitchFamily="34" charset="0"/>
              <a:buChar char="•"/>
              <a:defRPr sz="900" kern="1200">
                <a:solidFill>
                  <a:schemeClr val="tx1"/>
                </a:solidFill>
                <a:latin typeface="+mn-lt"/>
                <a:ea typeface="+mn-ea"/>
                <a:cs typeface="+mn-cs"/>
              </a:defRPr>
            </a:lvl4pPr>
            <a:lvl5pPr marL="1981200" indent="-152400" algn="l" defTabSz="914400" rtl="0" eaLnBrk="1" latinLnBrk="0" hangingPunct="1">
              <a:lnSpc>
                <a:spcPct val="100000"/>
              </a:lnSpc>
              <a:spcBef>
                <a:spcPts val="500"/>
              </a:spcBef>
              <a:buClr>
                <a:schemeClr val="accent3"/>
              </a:buClr>
              <a:buFont typeface="Arial" panose="020B0604020202020204" pitchFamily="34" charset="0"/>
              <a:buChar char="•"/>
              <a:defRPr sz="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800" b="0" i="0" u="none" strike="noStrike" kern="1200" cap="none" spc="0" normalizeH="0" baseline="0" noProof="0">
                <a:ln>
                  <a:noFill/>
                </a:ln>
                <a:solidFill>
                  <a:schemeClr val="tx1"/>
                </a:solidFill>
                <a:effectLst/>
                <a:uLnTx/>
                <a:uFillTx/>
                <a:latin typeface="Arial" panose="020B0604020202020204" pitchFamily="34" charset="0"/>
                <a:ea typeface="+mn-ea"/>
                <a:cs typeface="+mn-cs"/>
              </a:rPr>
              <a:t>© Siteimprove CONFIDENTIAL</a:t>
            </a:r>
          </a:p>
        </p:txBody>
      </p:sp>
      <p:sp>
        <p:nvSpPr>
          <p:cNvPr id="9" name="Slide Number Placeholder 2">
            <a:extLst>
              <a:ext uri="{FF2B5EF4-FFF2-40B4-BE49-F238E27FC236}">
                <a16:creationId xmlns:a16="http://schemas.microsoft.com/office/drawing/2014/main" id="{4F17AB1C-5855-5E1D-6B44-825F988F0B17}"/>
              </a:ext>
              <a:ext uri="{C183D7F6-B498-43B3-948B-1728B52AA6E4}">
                <adec:decorative xmlns:adec="http://schemas.microsoft.com/office/drawing/2017/decorative" val="1"/>
              </a:ext>
            </a:extLst>
          </p:cNvPr>
          <p:cNvSpPr>
            <a:spLocks noGrp="1"/>
          </p:cNvSpPr>
          <p:nvPr>
            <p:ph type="sldNum" sz="quarter" idx="10"/>
          </p:nvPr>
        </p:nvSpPr>
        <p:spPr>
          <a:xfrm>
            <a:off x="11653284" y="6337005"/>
            <a:ext cx="538716" cy="520995"/>
          </a:xfrm>
          <a:prstGeom prst="rect">
            <a:avLst/>
          </a:prstGeom>
        </p:spPr>
        <p:txBody>
          <a:bodyPr/>
          <a:lstStyle>
            <a:lvl1pPr>
              <a:defRPr b="0" i="0">
                <a:solidFill>
                  <a:schemeClr val="tx1"/>
                </a:solidFill>
                <a:latin typeface="Arial" panose="020B0604020202020204" pitchFamily="34" charset="0"/>
              </a:defRPr>
            </a:lvl1pPr>
          </a:lstStyle>
          <a:p>
            <a:fld id="{D78E96AE-B5B5-49FC-BED4-FF80B77E5CAF}" type="slidenum">
              <a:rPr lang="en-DK" smtClean="0"/>
              <a:pPr/>
              <a:t>‹#›</a:t>
            </a:fld>
            <a:endParaRPr lang="en-DK"/>
          </a:p>
        </p:txBody>
      </p:sp>
    </p:spTree>
    <p:extLst>
      <p:ext uri="{BB962C8B-B14F-4D97-AF65-F5344CB8AC3E}">
        <p14:creationId xmlns:p14="http://schemas.microsoft.com/office/powerpoint/2010/main" val="1990016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Left Title slide - green">
    <p:spTree>
      <p:nvGrpSpPr>
        <p:cNvPr id="1" name=""/>
        <p:cNvGrpSpPr/>
        <p:nvPr/>
      </p:nvGrpSpPr>
      <p:grpSpPr>
        <a:xfrm>
          <a:off x="0" y="0"/>
          <a:ext cx="0" cy="0"/>
          <a:chOff x="0" y="0"/>
          <a:chExt cx="0" cy="0"/>
        </a:xfrm>
      </p:grpSpPr>
      <p:sp>
        <p:nvSpPr>
          <p:cNvPr id="14" name="Title 7">
            <a:extLst>
              <a:ext uri="{FF2B5EF4-FFF2-40B4-BE49-F238E27FC236}">
                <a16:creationId xmlns:a16="http://schemas.microsoft.com/office/drawing/2014/main" id="{B15FDF2F-F53E-FCB9-0829-3B3DE93BC270}"/>
              </a:ext>
            </a:extLst>
          </p:cNvPr>
          <p:cNvSpPr>
            <a:spLocks noGrp="1"/>
          </p:cNvSpPr>
          <p:nvPr>
            <p:ph type="title"/>
          </p:nvPr>
        </p:nvSpPr>
        <p:spPr>
          <a:xfrm>
            <a:off x="410399" y="2249341"/>
            <a:ext cx="5062354" cy="1366468"/>
          </a:xfrm>
          <a:prstGeom prst="rect">
            <a:avLst/>
          </a:prstGeom>
        </p:spPr>
        <p:txBody>
          <a:bodyPr/>
          <a:lstStyle>
            <a:lvl1pPr algn="l">
              <a:defRPr sz="4800" b="1" i="0">
                <a:solidFill>
                  <a:schemeClr val="tx1"/>
                </a:solidFill>
                <a:latin typeface="+mj-lt"/>
              </a:defRPr>
            </a:lvl1pPr>
          </a:lstStyle>
          <a:p>
            <a:r>
              <a:rPr lang="en-GB"/>
              <a:t>Click to edit Master title style</a:t>
            </a:r>
            <a:endParaRPr lang="en-DK"/>
          </a:p>
        </p:txBody>
      </p:sp>
      <p:sp>
        <p:nvSpPr>
          <p:cNvPr id="7" name="Text Placeholder 6">
            <a:extLst>
              <a:ext uri="{FF2B5EF4-FFF2-40B4-BE49-F238E27FC236}">
                <a16:creationId xmlns:a16="http://schemas.microsoft.com/office/drawing/2014/main" id="{4F3A7D08-806B-AC56-A10F-61A34C8061C2}"/>
              </a:ext>
            </a:extLst>
          </p:cNvPr>
          <p:cNvSpPr>
            <a:spLocks noGrp="1"/>
          </p:cNvSpPr>
          <p:nvPr>
            <p:ph type="body" sz="quarter" idx="11"/>
          </p:nvPr>
        </p:nvSpPr>
        <p:spPr>
          <a:xfrm>
            <a:off x="410399" y="3903832"/>
            <a:ext cx="3970215" cy="824269"/>
          </a:xfrm>
          <a:prstGeom prst="rect">
            <a:avLst/>
          </a:prstGeom>
        </p:spPr>
        <p:txBody>
          <a:bodyPr/>
          <a:lstStyle>
            <a:lvl1pPr marL="0" indent="0" algn="l">
              <a:buNone/>
              <a:defRPr sz="2400" b="0" i="0">
                <a:solidFill>
                  <a:schemeClr val="tx1"/>
                </a:solidFill>
                <a:latin typeface="+mn-lt"/>
                <a:ea typeface="Inter" panose="02000503000000020004" pitchFamily="2" charset="0"/>
                <a:cs typeface="Arial" panose="020B0604020202020204" pitchFamily="34" charset="0"/>
              </a:defRPr>
            </a:lvl1pPr>
          </a:lstStyle>
          <a:p>
            <a:pPr lvl="0"/>
            <a:endParaRPr lang="en-DK"/>
          </a:p>
        </p:txBody>
      </p:sp>
      <p:sp>
        <p:nvSpPr>
          <p:cNvPr id="2" name="Rectangle 10">
            <a:extLst>
              <a:ext uri="{FF2B5EF4-FFF2-40B4-BE49-F238E27FC236}">
                <a16:creationId xmlns:a16="http://schemas.microsoft.com/office/drawing/2014/main" id="{E39C9C2F-798B-03AD-1077-241E85553B6F}"/>
              </a:ext>
              <a:ext uri="{C183D7F6-B498-43B3-948B-1728B52AA6E4}">
                <adec:decorative xmlns:adec="http://schemas.microsoft.com/office/drawing/2017/decorative" val="1"/>
              </a:ext>
            </a:extLst>
          </p:cNvPr>
          <p:cNvSpPr/>
          <p:nvPr userDrawn="1"/>
        </p:nvSpPr>
        <p:spPr>
          <a:xfrm>
            <a:off x="7221535" y="-23148"/>
            <a:ext cx="5004004" cy="6905700"/>
          </a:xfrm>
          <a:custGeom>
            <a:avLst/>
            <a:gdLst>
              <a:gd name="connsiteX0" fmla="*/ 0 w 5633545"/>
              <a:gd name="connsiteY0" fmla="*/ 0 h 6866784"/>
              <a:gd name="connsiteX1" fmla="*/ 5633545 w 5633545"/>
              <a:gd name="connsiteY1" fmla="*/ 0 h 6866784"/>
              <a:gd name="connsiteX2" fmla="*/ 5633545 w 5633545"/>
              <a:gd name="connsiteY2" fmla="*/ 6866784 h 6866784"/>
              <a:gd name="connsiteX3" fmla="*/ 0 w 5633545"/>
              <a:gd name="connsiteY3" fmla="*/ 6866784 h 6866784"/>
              <a:gd name="connsiteX4" fmla="*/ 0 w 5633545"/>
              <a:gd name="connsiteY4" fmla="*/ 0 h 6866784"/>
              <a:gd name="connsiteX0" fmla="*/ 1844566 w 5633545"/>
              <a:gd name="connsiteY0" fmla="*/ 0 h 6882550"/>
              <a:gd name="connsiteX1" fmla="*/ 5633545 w 5633545"/>
              <a:gd name="connsiteY1" fmla="*/ 15766 h 6882550"/>
              <a:gd name="connsiteX2" fmla="*/ 5633545 w 5633545"/>
              <a:gd name="connsiteY2" fmla="*/ 6882550 h 6882550"/>
              <a:gd name="connsiteX3" fmla="*/ 0 w 5633545"/>
              <a:gd name="connsiteY3" fmla="*/ 6882550 h 6882550"/>
              <a:gd name="connsiteX4" fmla="*/ 1844566 w 5633545"/>
              <a:gd name="connsiteY4" fmla="*/ 0 h 6882550"/>
              <a:gd name="connsiteX0" fmla="*/ 1844566 w 5633545"/>
              <a:gd name="connsiteY0" fmla="*/ 18958 h 6901508"/>
              <a:gd name="connsiteX1" fmla="*/ 5610396 w 5633545"/>
              <a:gd name="connsiteY1" fmla="*/ 0 h 6901508"/>
              <a:gd name="connsiteX2" fmla="*/ 5633545 w 5633545"/>
              <a:gd name="connsiteY2" fmla="*/ 6901508 h 6901508"/>
              <a:gd name="connsiteX3" fmla="*/ 0 w 5633545"/>
              <a:gd name="connsiteY3" fmla="*/ 6901508 h 6901508"/>
              <a:gd name="connsiteX4" fmla="*/ 1844566 w 5633545"/>
              <a:gd name="connsiteY4" fmla="*/ 18958 h 6901508"/>
              <a:gd name="connsiteX0" fmla="*/ 1844566 w 5635773"/>
              <a:gd name="connsiteY0" fmla="*/ 7383 h 6889933"/>
              <a:gd name="connsiteX1" fmla="*/ 5633546 w 5635773"/>
              <a:gd name="connsiteY1" fmla="*/ 0 h 6889933"/>
              <a:gd name="connsiteX2" fmla="*/ 5633545 w 5635773"/>
              <a:gd name="connsiteY2" fmla="*/ 6889933 h 6889933"/>
              <a:gd name="connsiteX3" fmla="*/ 0 w 5635773"/>
              <a:gd name="connsiteY3" fmla="*/ 6889933 h 6889933"/>
              <a:gd name="connsiteX4" fmla="*/ 1844566 w 5635773"/>
              <a:gd name="connsiteY4" fmla="*/ 7383 h 6889933"/>
              <a:gd name="connsiteX0" fmla="*/ 1856140 w 5635773"/>
              <a:gd name="connsiteY0" fmla="*/ 0 h 6905699"/>
              <a:gd name="connsiteX1" fmla="*/ 5633546 w 5635773"/>
              <a:gd name="connsiteY1" fmla="*/ 15766 h 6905699"/>
              <a:gd name="connsiteX2" fmla="*/ 5633545 w 5635773"/>
              <a:gd name="connsiteY2" fmla="*/ 6905699 h 6905699"/>
              <a:gd name="connsiteX3" fmla="*/ 0 w 5635773"/>
              <a:gd name="connsiteY3" fmla="*/ 6905699 h 6905699"/>
              <a:gd name="connsiteX4" fmla="*/ 1856140 w 5635773"/>
              <a:gd name="connsiteY4" fmla="*/ 0 h 6905699"/>
              <a:gd name="connsiteX0" fmla="*/ 1856140 w 5635773"/>
              <a:gd name="connsiteY0" fmla="*/ 0 h 6905699"/>
              <a:gd name="connsiteX1" fmla="*/ 5633546 w 5635773"/>
              <a:gd name="connsiteY1" fmla="*/ 4191 h 6905699"/>
              <a:gd name="connsiteX2" fmla="*/ 5633545 w 5635773"/>
              <a:gd name="connsiteY2" fmla="*/ 6905699 h 6905699"/>
              <a:gd name="connsiteX3" fmla="*/ 0 w 5635773"/>
              <a:gd name="connsiteY3" fmla="*/ 6905699 h 6905699"/>
              <a:gd name="connsiteX4" fmla="*/ 1856140 w 5635773"/>
              <a:gd name="connsiteY4" fmla="*/ 0 h 6905699"/>
              <a:gd name="connsiteX0" fmla="*/ 1856140 w 5633545"/>
              <a:gd name="connsiteY0" fmla="*/ 0 h 6905699"/>
              <a:gd name="connsiteX1" fmla="*/ 4214649 w 5633545"/>
              <a:gd name="connsiteY1" fmla="*/ 456135 h 6905699"/>
              <a:gd name="connsiteX2" fmla="*/ 5633545 w 5633545"/>
              <a:gd name="connsiteY2" fmla="*/ 6905699 h 6905699"/>
              <a:gd name="connsiteX3" fmla="*/ 0 w 5633545"/>
              <a:gd name="connsiteY3" fmla="*/ 6905699 h 6905699"/>
              <a:gd name="connsiteX4" fmla="*/ 1856140 w 5633545"/>
              <a:gd name="connsiteY4" fmla="*/ 0 h 6905699"/>
              <a:gd name="connsiteX0" fmla="*/ 1856140 w 5633545"/>
              <a:gd name="connsiteY0" fmla="*/ 0 h 6905699"/>
              <a:gd name="connsiteX1" fmla="*/ 5002925 w 5633545"/>
              <a:gd name="connsiteY1" fmla="*/ 14700 h 6905699"/>
              <a:gd name="connsiteX2" fmla="*/ 5633545 w 5633545"/>
              <a:gd name="connsiteY2" fmla="*/ 6905699 h 6905699"/>
              <a:gd name="connsiteX3" fmla="*/ 0 w 5633545"/>
              <a:gd name="connsiteY3" fmla="*/ 6905699 h 6905699"/>
              <a:gd name="connsiteX4" fmla="*/ 1856140 w 5633545"/>
              <a:gd name="connsiteY4" fmla="*/ 0 h 6905699"/>
              <a:gd name="connsiteX0" fmla="*/ 1856140 w 5003010"/>
              <a:gd name="connsiteY0" fmla="*/ 0 h 6905699"/>
              <a:gd name="connsiteX1" fmla="*/ 5002925 w 5003010"/>
              <a:gd name="connsiteY1" fmla="*/ 14700 h 6905699"/>
              <a:gd name="connsiteX2" fmla="*/ 4498428 w 5003010"/>
              <a:gd name="connsiteY2" fmla="*/ 6800596 h 6905699"/>
              <a:gd name="connsiteX3" fmla="*/ 0 w 5003010"/>
              <a:gd name="connsiteY3" fmla="*/ 6905699 h 6905699"/>
              <a:gd name="connsiteX4" fmla="*/ 1856140 w 5003010"/>
              <a:gd name="connsiteY4" fmla="*/ 0 h 6905699"/>
              <a:gd name="connsiteX0" fmla="*/ 1856140 w 5004004"/>
              <a:gd name="connsiteY0" fmla="*/ 0 h 6905700"/>
              <a:gd name="connsiteX1" fmla="*/ 5002925 w 5004004"/>
              <a:gd name="connsiteY1" fmla="*/ 14700 h 6905700"/>
              <a:gd name="connsiteX2" fmla="*/ 4981904 w 5004004"/>
              <a:gd name="connsiteY2" fmla="*/ 6905700 h 6905700"/>
              <a:gd name="connsiteX3" fmla="*/ 0 w 5004004"/>
              <a:gd name="connsiteY3" fmla="*/ 6905699 h 6905700"/>
              <a:gd name="connsiteX4" fmla="*/ 1856140 w 5004004"/>
              <a:gd name="connsiteY4" fmla="*/ 0 h 6905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4004" h="6905700">
                <a:moveTo>
                  <a:pt x="1856140" y="0"/>
                </a:moveTo>
                <a:lnTo>
                  <a:pt x="5002925" y="14700"/>
                </a:lnTo>
                <a:cubicBezTo>
                  <a:pt x="5010641" y="2315203"/>
                  <a:pt x="4974188" y="4605197"/>
                  <a:pt x="4981904" y="6905700"/>
                </a:cubicBezTo>
                <a:lnTo>
                  <a:pt x="0" y="6905699"/>
                </a:lnTo>
                <a:lnTo>
                  <a:pt x="185614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6" name="Graphic 5">
            <a:extLst>
              <a:ext uri="{FF2B5EF4-FFF2-40B4-BE49-F238E27FC236}">
                <a16:creationId xmlns:a16="http://schemas.microsoft.com/office/drawing/2014/main" id="{840CC94A-E508-F11E-9030-83B0DFFDCAA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875968" y="4432742"/>
            <a:ext cx="1700474" cy="1700474"/>
          </a:xfrm>
          <a:prstGeom prst="rect">
            <a:avLst/>
          </a:prstGeom>
        </p:spPr>
      </p:pic>
      <p:sp>
        <p:nvSpPr>
          <p:cNvPr id="3" name="Slide Number Placeholder 2">
            <a:extLst>
              <a:ext uri="{FF2B5EF4-FFF2-40B4-BE49-F238E27FC236}">
                <a16:creationId xmlns:a16="http://schemas.microsoft.com/office/drawing/2014/main" id="{EACD3088-5E48-E599-E399-129EB6141D54}"/>
              </a:ext>
              <a:ext uri="{C183D7F6-B498-43B3-948B-1728B52AA6E4}">
                <adec:decorative xmlns:adec="http://schemas.microsoft.com/office/drawing/2017/decorative" val="1"/>
              </a:ext>
            </a:extLst>
          </p:cNvPr>
          <p:cNvSpPr>
            <a:spLocks noGrp="1"/>
          </p:cNvSpPr>
          <p:nvPr>
            <p:ph type="sldNum" sz="quarter" idx="10"/>
          </p:nvPr>
        </p:nvSpPr>
        <p:spPr>
          <a:xfrm>
            <a:off x="11653284" y="6337005"/>
            <a:ext cx="538716" cy="520995"/>
          </a:xfrm>
          <a:prstGeom prst="rect">
            <a:avLst/>
          </a:prstGeom>
        </p:spPr>
        <p:txBody>
          <a:bodyPr/>
          <a:lstStyle>
            <a:lvl1pPr>
              <a:defRPr b="0" i="0">
                <a:solidFill>
                  <a:schemeClr val="tx1"/>
                </a:solidFill>
                <a:latin typeface="Arial" panose="020B0604020202020204" pitchFamily="34" charset="0"/>
              </a:defRPr>
            </a:lvl1pPr>
          </a:lstStyle>
          <a:p>
            <a:fld id="{D78E96AE-B5B5-49FC-BED4-FF80B77E5CAF}" type="slidenum">
              <a:rPr lang="en-DK" smtClean="0"/>
              <a:pPr/>
              <a:t>‹#›</a:t>
            </a:fld>
            <a:endParaRPr lang="en-DK"/>
          </a:p>
        </p:txBody>
      </p:sp>
    </p:spTree>
    <p:extLst>
      <p:ext uri="{BB962C8B-B14F-4D97-AF65-F5344CB8AC3E}">
        <p14:creationId xmlns:p14="http://schemas.microsoft.com/office/powerpoint/2010/main" val="1858594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Left Title slide - Dashboard">
    <p:spTree>
      <p:nvGrpSpPr>
        <p:cNvPr id="1" name=""/>
        <p:cNvGrpSpPr/>
        <p:nvPr/>
      </p:nvGrpSpPr>
      <p:grpSpPr>
        <a:xfrm>
          <a:off x="0" y="0"/>
          <a:ext cx="0" cy="0"/>
          <a:chOff x="0" y="0"/>
          <a:chExt cx="0" cy="0"/>
        </a:xfrm>
      </p:grpSpPr>
      <p:pic>
        <p:nvPicPr>
          <p:cNvPr id="4" name="Graphic 3" descr="Siteimprove logo">
            <a:extLst>
              <a:ext uri="{FF2B5EF4-FFF2-40B4-BE49-F238E27FC236}">
                <a16:creationId xmlns:a16="http://schemas.microsoft.com/office/drawing/2014/main" id="{24CA9CDF-EF4D-DB78-CEF8-A4D433D81DB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78944" y="352339"/>
            <a:ext cx="1652601" cy="407284"/>
          </a:xfrm>
          <a:prstGeom prst="rect">
            <a:avLst/>
          </a:prstGeom>
          <a:effectLst/>
        </p:spPr>
      </p:pic>
      <p:sp>
        <p:nvSpPr>
          <p:cNvPr id="14" name="Title 7">
            <a:extLst>
              <a:ext uri="{FF2B5EF4-FFF2-40B4-BE49-F238E27FC236}">
                <a16:creationId xmlns:a16="http://schemas.microsoft.com/office/drawing/2014/main" id="{B15FDF2F-F53E-FCB9-0829-3B3DE93BC270}"/>
              </a:ext>
            </a:extLst>
          </p:cNvPr>
          <p:cNvSpPr>
            <a:spLocks noGrp="1"/>
          </p:cNvSpPr>
          <p:nvPr>
            <p:ph type="title"/>
          </p:nvPr>
        </p:nvSpPr>
        <p:spPr>
          <a:xfrm>
            <a:off x="410399" y="2249341"/>
            <a:ext cx="5062354" cy="1366468"/>
          </a:xfrm>
          <a:prstGeom prst="rect">
            <a:avLst/>
          </a:prstGeom>
        </p:spPr>
        <p:txBody>
          <a:bodyPr/>
          <a:lstStyle>
            <a:lvl1pPr algn="l">
              <a:defRPr sz="4800" b="1" i="0">
                <a:solidFill>
                  <a:schemeClr val="tx1"/>
                </a:solidFill>
                <a:latin typeface="+mj-lt"/>
              </a:defRPr>
            </a:lvl1pPr>
          </a:lstStyle>
          <a:p>
            <a:r>
              <a:rPr lang="en-GB"/>
              <a:t>Click to edit Master title style</a:t>
            </a:r>
            <a:endParaRPr lang="en-DK"/>
          </a:p>
        </p:txBody>
      </p:sp>
      <p:sp>
        <p:nvSpPr>
          <p:cNvPr id="7" name="Text Placeholder 6">
            <a:extLst>
              <a:ext uri="{FF2B5EF4-FFF2-40B4-BE49-F238E27FC236}">
                <a16:creationId xmlns:a16="http://schemas.microsoft.com/office/drawing/2014/main" id="{4F3A7D08-806B-AC56-A10F-61A34C8061C2}"/>
              </a:ext>
            </a:extLst>
          </p:cNvPr>
          <p:cNvSpPr>
            <a:spLocks noGrp="1"/>
          </p:cNvSpPr>
          <p:nvPr>
            <p:ph type="body" sz="quarter" idx="11"/>
          </p:nvPr>
        </p:nvSpPr>
        <p:spPr>
          <a:xfrm>
            <a:off x="410399" y="3903832"/>
            <a:ext cx="3970215" cy="824269"/>
          </a:xfrm>
          <a:prstGeom prst="rect">
            <a:avLst/>
          </a:prstGeom>
        </p:spPr>
        <p:txBody>
          <a:bodyPr/>
          <a:lstStyle>
            <a:lvl1pPr marL="0" indent="0" algn="l">
              <a:buNone/>
              <a:defRPr sz="2400" b="0" i="0">
                <a:solidFill>
                  <a:schemeClr val="tx1"/>
                </a:solidFill>
                <a:latin typeface="+mn-lt"/>
                <a:ea typeface="Inter" panose="02000503000000020004" pitchFamily="2" charset="0"/>
              </a:defRPr>
            </a:lvl1pPr>
          </a:lstStyle>
          <a:p>
            <a:pPr lvl="0"/>
            <a:endParaRPr lang="en-DK"/>
          </a:p>
        </p:txBody>
      </p:sp>
      <p:sp>
        <p:nvSpPr>
          <p:cNvPr id="2" name="Rectangle 10">
            <a:extLst>
              <a:ext uri="{FF2B5EF4-FFF2-40B4-BE49-F238E27FC236}">
                <a16:creationId xmlns:a16="http://schemas.microsoft.com/office/drawing/2014/main" id="{E39C9C2F-798B-03AD-1077-241E85553B6F}"/>
              </a:ext>
              <a:ext uri="{C183D7F6-B498-43B3-948B-1728B52AA6E4}">
                <adec:decorative xmlns:adec="http://schemas.microsoft.com/office/drawing/2017/decorative" val="1"/>
              </a:ext>
            </a:extLst>
          </p:cNvPr>
          <p:cNvSpPr/>
          <p:nvPr userDrawn="1"/>
        </p:nvSpPr>
        <p:spPr>
          <a:xfrm>
            <a:off x="6570030" y="-23149"/>
            <a:ext cx="5635773" cy="6905699"/>
          </a:xfrm>
          <a:custGeom>
            <a:avLst/>
            <a:gdLst>
              <a:gd name="connsiteX0" fmla="*/ 0 w 5633545"/>
              <a:gd name="connsiteY0" fmla="*/ 0 h 6866784"/>
              <a:gd name="connsiteX1" fmla="*/ 5633545 w 5633545"/>
              <a:gd name="connsiteY1" fmla="*/ 0 h 6866784"/>
              <a:gd name="connsiteX2" fmla="*/ 5633545 w 5633545"/>
              <a:gd name="connsiteY2" fmla="*/ 6866784 h 6866784"/>
              <a:gd name="connsiteX3" fmla="*/ 0 w 5633545"/>
              <a:gd name="connsiteY3" fmla="*/ 6866784 h 6866784"/>
              <a:gd name="connsiteX4" fmla="*/ 0 w 5633545"/>
              <a:gd name="connsiteY4" fmla="*/ 0 h 6866784"/>
              <a:gd name="connsiteX0" fmla="*/ 1844566 w 5633545"/>
              <a:gd name="connsiteY0" fmla="*/ 0 h 6882550"/>
              <a:gd name="connsiteX1" fmla="*/ 5633545 w 5633545"/>
              <a:gd name="connsiteY1" fmla="*/ 15766 h 6882550"/>
              <a:gd name="connsiteX2" fmla="*/ 5633545 w 5633545"/>
              <a:gd name="connsiteY2" fmla="*/ 6882550 h 6882550"/>
              <a:gd name="connsiteX3" fmla="*/ 0 w 5633545"/>
              <a:gd name="connsiteY3" fmla="*/ 6882550 h 6882550"/>
              <a:gd name="connsiteX4" fmla="*/ 1844566 w 5633545"/>
              <a:gd name="connsiteY4" fmla="*/ 0 h 6882550"/>
              <a:gd name="connsiteX0" fmla="*/ 1844566 w 5633545"/>
              <a:gd name="connsiteY0" fmla="*/ 18958 h 6901508"/>
              <a:gd name="connsiteX1" fmla="*/ 5610396 w 5633545"/>
              <a:gd name="connsiteY1" fmla="*/ 0 h 6901508"/>
              <a:gd name="connsiteX2" fmla="*/ 5633545 w 5633545"/>
              <a:gd name="connsiteY2" fmla="*/ 6901508 h 6901508"/>
              <a:gd name="connsiteX3" fmla="*/ 0 w 5633545"/>
              <a:gd name="connsiteY3" fmla="*/ 6901508 h 6901508"/>
              <a:gd name="connsiteX4" fmla="*/ 1844566 w 5633545"/>
              <a:gd name="connsiteY4" fmla="*/ 18958 h 6901508"/>
              <a:gd name="connsiteX0" fmla="*/ 1844566 w 5635773"/>
              <a:gd name="connsiteY0" fmla="*/ 7383 h 6889933"/>
              <a:gd name="connsiteX1" fmla="*/ 5633546 w 5635773"/>
              <a:gd name="connsiteY1" fmla="*/ 0 h 6889933"/>
              <a:gd name="connsiteX2" fmla="*/ 5633545 w 5635773"/>
              <a:gd name="connsiteY2" fmla="*/ 6889933 h 6889933"/>
              <a:gd name="connsiteX3" fmla="*/ 0 w 5635773"/>
              <a:gd name="connsiteY3" fmla="*/ 6889933 h 6889933"/>
              <a:gd name="connsiteX4" fmla="*/ 1844566 w 5635773"/>
              <a:gd name="connsiteY4" fmla="*/ 7383 h 6889933"/>
              <a:gd name="connsiteX0" fmla="*/ 1856140 w 5635773"/>
              <a:gd name="connsiteY0" fmla="*/ 0 h 6905699"/>
              <a:gd name="connsiteX1" fmla="*/ 5633546 w 5635773"/>
              <a:gd name="connsiteY1" fmla="*/ 15766 h 6905699"/>
              <a:gd name="connsiteX2" fmla="*/ 5633545 w 5635773"/>
              <a:gd name="connsiteY2" fmla="*/ 6905699 h 6905699"/>
              <a:gd name="connsiteX3" fmla="*/ 0 w 5635773"/>
              <a:gd name="connsiteY3" fmla="*/ 6905699 h 6905699"/>
              <a:gd name="connsiteX4" fmla="*/ 1856140 w 5635773"/>
              <a:gd name="connsiteY4" fmla="*/ 0 h 6905699"/>
              <a:gd name="connsiteX0" fmla="*/ 1856140 w 5635773"/>
              <a:gd name="connsiteY0" fmla="*/ 0 h 6905699"/>
              <a:gd name="connsiteX1" fmla="*/ 5633546 w 5635773"/>
              <a:gd name="connsiteY1" fmla="*/ 4191 h 6905699"/>
              <a:gd name="connsiteX2" fmla="*/ 5633545 w 5635773"/>
              <a:gd name="connsiteY2" fmla="*/ 6905699 h 6905699"/>
              <a:gd name="connsiteX3" fmla="*/ 0 w 5635773"/>
              <a:gd name="connsiteY3" fmla="*/ 6905699 h 6905699"/>
              <a:gd name="connsiteX4" fmla="*/ 1856140 w 5635773"/>
              <a:gd name="connsiteY4" fmla="*/ 0 h 6905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5773" h="6905699">
                <a:moveTo>
                  <a:pt x="1856140" y="0"/>
                </a:moveTo>
                <a:lnTo>
                  <a:pt x="5633546" y="4191"/>
                </a:lnTo>
                <a:cubicBezTo>
                  <a:pt x="5641262" y="2304694"/>
                  <a:pt x="5625829" y="4605196"/>
                  <a:pt x="5633545" y="6905699"/>
                </a:cubicBezTo>
                <a:lnTo>
                  <a:pt x="0" y="6905699"/>
                </a:lnTo>
                <a:lnTo>
                  <a:pt x="185614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5" name="Picture 4" descr="Digital illustration of the Siteimprove dashboard showing scores for Digital Certainty Index, Accessibility, Quality Assurance, SEO, and graphs for Analytics, and Policy.">
            <a:extLst>
              <a:ext uri="{FF2B5EF4-FFF2-40B4-BE49-F238E27FC236}">
                <a16:creationId xmlns:a16="http://schemas.microsoft.com/office/drawing/2014/main" id="{7831CF5E-E3B6-E363-29B4-4859FFD629F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69835" y="925007"/>
            <a:ext cx="6780043" cy="5007986"/>
          </a:xfrm>
          <a:prstGeom prst="rect">
            <a:avLst/>
          </a:prstGeom>
        </p:spPr>
      </p:pic>
      <p:sp>
        <p:nvSpPr>
          <p:cNvPr id="8" name="Text Placeholder 2">
            <a:extLst>
              <a:ext uri="{FF2B5EF4-FFF2-40B4-BE49-F238E27FC236}">
                <a16:creationId xmlns:a16="http://schemas.microsoft.com/office/drawing/2014/main" id="{A968D6F5-2BF3-0619-23D2-30DA7A24AD89}"/>
              </a:ext>
            </a:extLst>
          </p:cNvPr>
          <p:cNvSpPr txBox="1">
            <a:spLocks/>
          </p:cNvSpPr>
          <p:nvPr userDrawn="1"/>
        </p:nvSpPr>
        <p:spPr>
          <a:xfrm>
            <a:off x="410398" y="6462000"/>
            <a:ext cx="3318911" cy="243629"/>
          </a:xfrm>
          <a:prstGeom prst="rect">
            <a:avLst/>
          </a:prstGeom>
        </p:spPr>
        <p:txBody>
          <a:bodyPr vert="horz" lIns="0" tIns="0" rIns="0" bIns="0" rtlCol="0" anchor="ctr">
            <a:noAutofit/>
          </a:bodyPr>
          <a:lstStyle>
            <a:lvl1pPr marL="228600" indent="-228600" algn="l" defTabSz="914400" rtl="0" eaLnBrk="1" latinLnBrk="0" hangingPunct="1">
              <a:lnSpc>
                <a:spcPct val="100000"/>
              </a:lnSpc>
              <a:spcBef>
                <a:spcPts val="1200"/>
              </a:spcBef>
              <a:buClr>
                <a:schemeClr val="accent3"/>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3"/>
              </a:buClr>
              <a:buFont typeface="Arial" panose="020B0604020202020204" pitchFamily="34" charset="0"/>
              <a:buChar char="•"/>
              <a:defRPr sz="1200" kern="1200">
                <a:solidFill>
                  <a:schemeClr val="tx1"/>
                </a:solidFill>
                <a:latin typeface="+mn-lt"/>
                <a:ea typeface="+mn-ea"/>
                <a:cs typeface="+mn-cs"/>
              </a:defRPr>
            </a:lvl2pPr>
            <a:lvl3pPr marL="1117600" indent="-203200" algn="l" defTabSz="914400" rtl="0" eaLnBrk="1" latinLnBrk="0" hangingPunct="1">
              <a:lnSpc>
                <a:spcPct val="10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1574800" indent="-203200" algn="l" defTabSz="914400" rtl="0" eaLnBrk="1" latinLnBrk="0" hangingPunct="1">
              <a:lnSpc>
                <a:spcPct val="100000"/>
              </a:lnSpc>
              <a:spcBef>
                <a:spcPts val="500"/>
              </a:spcBef>
              <a:buClr>
                <a:schemeClr val="accent3"/>
              </a:buClr>
              <a:buFont typeface="Arial" panose="020B0604020202020204" pitchFamily="34" charset="0"/>
              <a:buChar char="•"/>
              <a:defRPr sz="900" kern="1200">
                <a:solidFill>
                  <a:schemeClr val="tx1"/>
                </a:solidFill>
                <a:latin typeface="+mn-lt"/>
                <a:ea typeface="+mn-ea"/>
                <a:cs typeface="+mn-cs"/>
              </a:defRPr>
            </a:lvl4pPr>
            <a:lvl5pPr marL="1981200" indent="-152400" algn="l" defTabSz="914400" rtl="0" eaLnBrk="1" latinLnBrk="0" hangingPunct="1">
              <a:lnSpc>
                <a:spcPct val="100000"/>
              </a:lnSpc>
              <a:spcBef>
                <a:spcPts val="500"/>
              </a:spcBef>
              <a:buClr>
                <a:schemeClr val="accent3"/>
              </a:buClr>
              <a:buFont typeface="Arial" panose="020B0604020202020204" pitchFamily="34" charset="0"/>
              <a:buChar char="•"/>
              <a:defRPr sz="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800" b="0" i="0" u="none" strike="noStrike" kern="1200" cap="none" spc="0" normalizeH="0" baseline="0" noProof="0">
                <a:ln>
                  <a:noFill/>
                </a:ln>
                <a:solidFill>
                  <a:schemeClr val="tx1"/>
                </a:solidFill>
                <a:effectLst/>
                <a:uLnTx/>
                <a:uFillTx/>
                <a:latin typeface="Arial" panose="020B0604020202020204" pitchFamily="34" charset="0"/>
                <a:ea typeface="+mn-ea"/>
                <a:cs typeface="+mn-cs"/>
              </a:rPr>
              <a:t>© Siteimprove CONFIDENTIAL</a:t>
            </a:r>
          </a:p>
        </p:txBody>
      </p:sp>
      <p:sp>
        <p:nvSpPr>
          <p:cNvPr id="3" name="Slide Number Placeholder 2">
            <a:extLst>
              <a:ext uri="{FF2B5EF4-FFF2-40B4-BE49-F238E27FC236}">
                <a16:creationId xmlns:a16="http://schemas.microsoft.com/office/drawing/2014/main" id="{EACD3088-5E48-E599-E399-129EB6141D54}"/>
              </a:ext>
              <a:ext uri="{C183D7F6-B498-43B3-948B-1728B52AA6E4}">
                <adec:decorative xmlns:adec="http://schemas.microsoft.com/office/drawing/2017/decorative" val="1"/>
              </a:ext>
            </a:extLst>
          </p:cNvPr>
          <p:cNvSpPr>
            <a:spLocks noGrp="1"/>
          </p:cNvSpPr>
          <p:nvPr>
            <p:ph type="sldNum" sz="quarter" idx="10"/>
          </p:nvPr>
        </p:nvSpPr>
        <p:spPr>
          <a:xfrm>
            <a:off x="11653284" y="6337005"/>
            <a:ext cx="538716" cy="520995"/>
          </a:xfrm>
          <a:prstGeom prst="rect">
            <a:avLst/>
          </a:prstGeom>
        </p:spPr>
        <p:txBody>
          <a:bodyPr/>
          <a:lstStyle>
            <a:lvl1pPr>
              <a:defRPr b="0" i="0">
                <a:solidFill>
                  <a:schemeClr val="tx1"/>
                </a:solidFill>
                <a:latin typeface="Arial" panose="020B0604020202020204" pitchFamily="34" charset="0"/>
              </a:defRPr>
            </a:lvl1pPr>
          </a:lstStyle>
          <a:p>
            <a:fld id="{D78E96AE-B5B5-49FC-BED4-FF80B77E5CAF}" type="slidenum">
              <a:rPr lang="en-DK" smtClean="0"/>
              <a:pPr/>
              <a:t>‹#›</a:t>
            </a:fld>
            <a:endParaRPr lang="en-DK"/>
          </a:p>
        </p:txBody>
      </p:sp>
    </p:spTree>
    <p:extLst>
      <p:ext uri="{BB962C8B-B14F-4D97-AF65-F5344CB8AC3E}">
        <p14:creationId xmlns:p14="http://schemas.microsoft.com/office/powerpoint/2010/main" val="3384446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Left title slide - Platform">
    <p:spTree>
      <p:nvGrpSpPr>
        <p:cNvPr id="1" name=""/>
        <p:cNvGrpSpPr/>
        <p:nvPr/>
      </p:nvGrpSpPr>
      <p:grpSpPr>
        <a:xfrm>
          <a:off x="0" y="0"/>
          <a:ext cx="0" cy="0"/>
          <a:chOff x="0" y="0"/>
          <a:chExt cx="0" cy="0"/>
        </a:xfrm>
      </p:grpSpPr>
      <p:pic>
        <p:nvPicPr>
          <p:cNvPr id="13" name="Graphic 12" descr="Siteimprove logo">
            <a:extLst>
              <a:ext uri="{FF2B5EF4-FFF2-40B4-BE49-F238E27FC236}">
                <a16:creationId xmlns:a16="http://schemas.microsoft.com/office/drawing/2014/main" id="{3B947B9C-2D0C-0DCD-78C2-19C482DA197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78944" y="352339"/>
            <a:ext cx="1652601" cy="407284"/>
          </a:xfrm>
          <a:prstGeom prst="rect">
            <a:avLst/>
          </a:prstGeom>
          <a:effectLst/>
        </p:spPr>
      </p:pic>
      <p:sp>
        <p:nvSpPr>
          <p:cNvPr id="14" name="Title 7">
            <a:extLst>
              <a:ext uri="{FF2B5EF4-FFF2-40B4-BE49-F238E27FC236}">
                <a16:creationId xmlns:a16="http://schemas.microsoft.com/office/drawing/2014/main" id="{B15FDF2F-F53E-FCB9-0829-3B3DE93BC270}"/>
              </a:ext>
            </a:extLst>
          </p:cNvPr>
          <p:cNvSpPr>
            <a:spLocks noGrp="1"/>
          </p:cNvSpPr>
          <p:nvPr>
            <p:ph type="title"/>
          </p:nvPr>
        </p:nvSpPr>
        <p:spPr>
          <a:xfrm>
            <a:off x="410398" y="2249341"/>
            <a:ext cx="5203593" cy="1366468"/>
          </a:xfrm>
          <a:prstGeom prst="rect">
            <a:avLst/>
          </a:prstGeom>
        </p:spPr>
        <p:txBody>
          <a:bodyPr/>
          <a:lstStyle>
            <a:lvl1pPr algn="l">
              <a:defRPr sz="4800" b="1" i="0">
                <a:solidFill>
                  <a:schemeClr val="tx1"/>
                </a:solidFill>
                <a:latin typeface="+mj-lt"/>
              </a:defRPr>
            </a:lvl1pPr>
          </a:lstStyle>
          <a:p>
            <a:r>
              <a:rPr lang="en-GB"/>
              <a:t>Click to edit Master title style</a:t>
            </a:r>
            <a:endParaRPr lang="en-DK"/>
          </a:p>
        </p:txBody>
      </p:sp>
      <p:sp>
        <p:nvSpPr>
          <p:cNvPr id="7" name="Text Placeholder 6">
            <a:extLst>
              <a:ext uri="{FF2B5EF4-FFF2-40B4-BE49-F238E27FC236}">
                <a16:creationId xmlns:a16="http://schemas.microsoft.com/office/drawing/2014/main" id="{4F3A7D08-806B-AC56-A10F-61A34C8061C2}"/>
              </a:ext>
            </a:extLst>
          </p:cNvPr>
          <p:cNvSpPr>
            <a:spLocks noGrp="1"/>
          </p:cNvSpPr>
          <p:nvPr>
            <p:ph type="body" sz="quarter" idx="11"/>
          </p:nvPr>
        </p:nvSpPr>
        <p:spPr>
          <a:xfrm>
            <a:off x="410399" y="3903832"/>
            <a:ext cx="3970215" cy="824269"/>
          </a:xfrm>
          <a:prstGeom prst="rect">
            <a:avLst/>
          </a:prstGeom>
        </p:spPr>
        <p:txBody>
          <a:bodyPr/>
          <a:lstStyle>
            <a:lvl1pPr marL="0" indent="0" algn="l">
              <a:buNone/>
              <a:defRPr sz="2400" b="0" i="0">
                <a:solidFill>
                  <a:schemeClr val="tx1"/>
                </a:solidFill>
                <a:latin typeface="+mn-lt"/>
                <a:ea typeface="Inter" panose="02000503000000020004" pitchFamily="2" charset="0"/>
              </a:defRPr>
            </a:lvl1pPr>
          </a:lstStyle>
          <a:p>
            <a:pPr lvl="0"/>
            <a:endParaRPr lang="en-DK"/>
          </a:p>
        </p:txBody>
      </p:sp>
      <p:sp>
        <p:nvSpPr>
          <p:cNvPr id="15" name="Rectangle 10">
            <a:extLst>
              <a:ext uri="{FF2B5EF4-FFF2-40B4-BE49-F238E27FC236}">
                <a16:creationId xmlns:a16="http://schemas.microsoft.com/office/drawing/2014/main" id="{A3899F00-CDA6-DF7D-2167-299A183DF74D}"/>
              </a:ext>
              <a:ext uri="{C183D7F6-B498-43B3-948B-1728B52AA6E4}">
                <adec:decorative xmlns:adec="http://schemas.microsoft.com/office/drawing/2017/decorative" val="1"/>
              </a:ext>
            </a:extLst>
          </p:cNvPr>
          <p:cNvSpPr/>
          <p:nvPr userDrawn="1"/>
        </p:nvSpPr>
        <p:spPr>
          <a:xfrm>
            <a:off x="6570030" y="-23149"/>
            <a:ext cx="5635773" cy="6905699"/>
          </a:xfrm>
          <a:custGeom>
            <a:avLst/>
            <a:gdLst>
              <a:gd name="connsiteX0" fmla="*/ 0 w 5633545"/>
              <a:gd name="connsiteY0" fmla="*/ 0 h 6866784"/>
              <a:gd name="connsiteX1" fmla="*/ 5633545 w 5633545"/>
              <a:gd name="connsiteY1" fmla="*/ 0 h 6866784"/>
              <a:gd name="connsiteX2" fmla="*/ 5633545 w 5633545"/>
              <a:gd name="connsiteY2" fmla="*/ 6866784 h 6866784"/>
              <a:gd name="connsiteX3" fmla="*/ 0 w 5633545"/>
              <a:gd name="connsiteY3" fmla="*/ 6866784 h 6866784"/>
              <a:gd name="connsiteX4" fmla="*/ 0 w 5633545"/>
              <a:gd name="connsiteY4" fmla="*/ 0 h 6866784"/>
              <a:gd name="connsiteX0" fmla="*/ 1844566 w 5633545"/>
              <a:gd name="connsiteY0" fmla="*/ 0 h 6882550"/>
              <a:gd name="connsiteX1" fmla="*/ 5633545 w 5633545"/>
              <a:gd name="connsiteY1" fmla="*/ 15766 h 6882550"/>
              <a:gd name="connsiteX2" fmla="*/ 5633545 w 5633545"/>
              <a:gd name="connsiteY2" fmla="*/ 6882550 h 6882550"/>
              <a:gd name="connsiteX3" fmla="*/ 0 w 5633545"/>
              <a:gd name="connsiteY3" fmla="*/ 6882550 h 6882550"/>
              <a:gd name="connsiteX4" fmla="*/ 1844566 w 5633545"/>
              <a:gd name="connsiteY4" fmla="*/ 0 h 6882550"/>
              <a:gd name="connsiteX0" fmla="*/ 1844566 w 5633545"/>
              <a:gd name="connsiteY0" fmla="*/ 18958 h 6901508"/>
              <a:gd name="connsiteX1" fmla="*/ 5610396 w 5633545"/>
              <a:gd name="connsiteY1" fmla="*/ 0 h 6901508"/>
              <a:gd name="connsiteX2" fmla="*/ 5633545 w 5633545"/>
              <a:gd name="connsiteY2" fmla="*/ 6901508 h 6901508"/>
              <a:gd name="connsiteX3" fmla="*/ 0 w 5633545"/>
              <a:gd name="connsiteY3" fmla="*/ 6901508 h 6901508"/>
              <a:gd name="connsiteX4" fmla="*/ 1844566 w 5633545"/>
              <a:gd name="connsiteY4" fmla="*/ 18958 h 6901508"/>
              <a:gd name="connsiteX0" fmla="*/ 1844566 w 5635773"/>
              <a:gd name="connsiteY0" fmla="*/ 7383 h 6889933"/>
              <a:gd name="connsiteX1" fmla="*/ 5633546 w 5635773"/>
              <a:gd name="connsiteY1" fmla="*/ 0 h 6889933"/>
              <a:gd name="connsiteX2" fmla="*/ 5633545 w 5635773"/>
              <a:gd name="connsiteY2" fmla="*/ 6889933 h 6889933"/>
              <a:gd name="connsiteX3" fmla="*/ 0 w 5635773"/>
              <a:gd name="connsiteY3" fmla="*/ 6889933 h 6889933"/>
              <a:gd name="connsiteX4" fmla="*/ 1844566 w 5635773"/>
              <a:gd name="connsiteY4" fmla="*/ 7383 h 6889933"/>
              <a:gd name="connsiteX0" fmla="*/ 1856140 w 5635773"/>
              <a:gd name="connsiteY0" fmla="*/ 0 h 6905699"/>
              <a:gd name="connsiteX1" fmla="*/ 5633546 w 5635773"/>
              <a:gd name="connsiteY1" fmla="*/ 15766 h 6905699"/>
              <a:gd name="connsiteX2" fmla="*/ 5633545 w 5635773"/>
              <a:gd name="connsiteY2" fmla="*/ 6905699 h 6905699"/>
              <a:gd name="connsiteX3" fmla="*/ 0 w 5635773"/>
              <a:gd name="connsiteY3" fmla="*/ 6905699 h 6905699"/>
              <a:gd name="connsiteX4" fmla="*/ 1856140 w 5635773"/>
              <a:gd name="connsiteY4" fmla="*/ 0 h 6905699"/>
              <a:gd name="connsiteX0" fmla="*/ 1856140 w 5635773"/>
              <a:gd name="connsiteY0" fmla="*/ 0 h 6905699"/>
              <a:gd name="connsiteX1" fmla="*/ 5633546 w 5635773"/>
              <a:gd name="connsiteY1" fmla="*/ 4191 h 6905699"/>
              <a:gd name="connsiteX2" fmla="*/ 5633545 w 5635773"/>
              <a:gd name="connsiteY2" fmla="*/ 6905699 h 6905699"/>
              <a:gd name="connsiteX3" fmla="*/ 0 w 5635773"/>
              <a:gd name="connsiteY3" fmla="*/ 6905699 h 6905699"/>
              <a:gd name="connsiteX4" fmla="*/ 1856140 w 5635773"/>
              <a:gd name="connsiteY4" fmla="*/ 0 h 6905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5773" h="6905699">
                <a:moveTo>
                  <a:pt x="1856140" y="0"/>
                </a:moveTo>
                <a:lnTo>
                  <a:pt x="5633546" y="4191"/>
                </a:lnTo>
                <a:cubicBezTo>
                  <a:pt x="5641262" y="2304694"/>
                  <a:pt x="5625829" y="4605196"/>
                  <a:pt x="5633545" y="6905699"/>
                </a:cubicBezTo>
                <a:lnTo>
                  <a:pt x="0" y="6905699"/>
                </a:lnTo>
                <a:lnTo>
                  <a:pt x="185614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16" name="Picture 15" descr="Digital illustration of the Siteimprove platform showing graphs of current online visits, popular pages, locations, most popular campaigns, and campaign traffic.">
            <a:extLst>
              <a:ext uri="{FF2B5EF4-FFF2-40B4-BE49-F238E27FC236}">
                <a16:creationId xmlns:a16="http://schemas.microsoft.com/office/drawing/2014/main" id="{6904C9DC-8B02-B765-ECD9-18E0DA81C69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69895" y="925007"/>
            <a:ext cx="6780043" cy="5007986"/>
          </a:xfrm>
          <a:prstGeom prst="rect">
            <a:avLst/>
          </a:prstGeom>
        </p:spPr>
      </p:pic>
      <p:sp>
        <p:nvSpPr>
          <p:cNvPr id="3" name="Slide Number Placeholder 2">
            <a:extLst>
              <a:ext uri="{FF2B5EF4-FFF2-40B4-BE49-F238E27FC236}">
                <a16:creationId xmlns:a16="http://schemas.microsoft.com/office/drawing/2014/main" id="{EACD3088-5E48-E599-E399-129EB6141D54}"/>
              </a:ext>
              <a:ext uri="{C183D7F6-B498-43B3-948B-1728B52AA6E4}">
                <adec:decorative xmlns:adec="http://schemas.microsoft.com/office/drawing/2017/decorative" val="1"/>
              </a:ext>
            </a:extLst>
          </p:cNvPr>
          <p:cNvSpPr>
            <a:spLocks noGrp="1"/>
          </p:cNvSpPr>
          <p:nvPr>
            <p:ph type="sldNum" sz="quarter" idx="10"/>
          </p:nvPr>
        </p:nvSpPr>
        <p:spPr>
          <a:xfrm>
            <a:off x="11653284" y="6337005"/>
            <a:ext cx="538716" cy="520995"/>
          </a:xfrm>
          <a:prstGeom prst="rect">
            <a:avLst/>
          </a:prstGeom>
        </p:spPr>
        <p:txBody>
          <a:bodyPr/>
          <a:lstStyle>
            <a:lvl1pPr>
              <a:defRPr b="0" i="0">
                <a:solidFill>
                  <a:schemeClr val="tx1"/>
                </a:solidFill>
                <a:latin typeface="Arial" panose="020B0604020202020204" pitchFamily="34" charset="0"/>
              </a:defRPr>
            </a:lvl1pPr>
          </a:lstStyle>
          <a:p>
            <a:fld id="{D78E96AE-B5B5-49FC-BED4-FF80B77E5CAF}" type="slidenum">
              <a:rPr lang="en-DK" smtClean="0"/>
              <a:pPr/>
              <a:t>‹#›</a:t>
            </a:fld>
            <a:endParaRPr lang="en-DK"/>
          </a:p>
        </p:txBody>
      </p:sp>
      <p:sp>
        <p:nvSpPr>
          <p:cNvPr id="8" name="Text Placeholder 2">
            <a:extLst>
              <a:ext uri="{FF2B5EF4-FFF2-40B4-BE49-F238E27FC236}">
                <a16:creationId xmlns:a16="http://schemas.microsoft.com/office/drawing/2014/main" id="{A968D6F5-2BF3-0619-23D2-30DA7A24AD89}"/>
              </a:ext>
            </a:extLst>
          </p:cNvPr>
          <p:cNvSpPr txBox="1">
            <a:spLocks/>
          </p:cNvSpPr>
          <p:nvPr userDrawn="1"/>
        </p:nvSpPr>
        <p:spPr>
          <a:xfrm>
            <a:off x="410398" y="6462000"/>
            <a:ext cx="3318911" cy="243629"/>
          </a:xfrm>
          <a:prstGeom prst="rect">
            <a:avLst/>
          </a:prstGeom>
        </p:spPr>
        <p:txBody>
          <a:bodyPr vert="horz" lIns="0" tIns="0" rIns="0" bIns="0" rtlCol="0" anchor="ctr">
            <a:noAutofit/>
          </a:bodyPr>
          <a:lstStyle>
            <a:lvl1pPr marL="228600" indent="-228600" algn="l" defTabSz="914400" rtl="0" eaLnBrk="1" latinLnBrk="0" hangingPunct="1">
              <a:lnSpc>
                <a:spcPct val="100000"/>
              </a:lnSpc>
              <a:spcBef>
                <a:spcPts val="1200"/>
              </a:spcBef>
              <a:buClr>
                <a:schemeClr val="accent3"/>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3"/>
              </a:buClr>
              <a:buFont typeface="Arial" panose="020B0604020202020204" pitchFamily="34" charset="0"/>
              <a:buChar char="•"/>
              <a:defRPr sz="1200" kern="1200">
                <a:solidFill>
                  <a:schemeClr val="tx1"/>
                </a:solidFill>
                <a:latin typeface="+mn-lt"/>
                <a:ea typeface="+mn-ea"/>
                <a:cs typeface="+mn-cs"/>
              </a:defRPr>
            </a:lvl2pPr>
            <a:lvl3pPr marL="1117600" indent="-203200" algn="l" defTabSz="914400" rtl="0" eaLnBrk="1" latinLnBrk="0" hangingPunct="1">
              <a:lnSpc>
                <a:spcPct val="10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1574800" indent="-203200" algn="l" defTabSz="914400" rtl="0" eaLnBrk="1" latinLnBrk="0" hangingPunct="1">
              <a:lnSpc>
                <a:spcPct val="100000"/>
              </a:lnSpc>
              <a:spcBef>
                <a:spcPts val="500"/>
              </a:spcBef>
              <a:buClr>
                <a:schemeClr val="accent3"/>
              </a:buClr>
              <a:buFont typeface="Arial" panose="020B0604020202020204" pitchFamily="34" charset="0"/>
              <a:buChar char="•"/>
              <a:defRPr sz="900" kern="1200">
                <a:solidFill>
                  <a:schemeClr val="tx1"/>
                </a:solidFill>
                <a:latin typeface="+mn-lt"/>
                <a:ea typeface="+mn-ea"/>
                <a:cs typeface="+mn-cs"/>
              </a:defRPr>
            </a:lvl4pPr>
            <a:lvl5pPr marL="1981200" indent="-152400" algn="l" defTabSz="914400" rtl="0" eaLnBrk="1" latinLnBrk="0" hangingPunct="1">
              <a:lnSpc>
                <a:spcPct val="100000"/>
              </a:lnSpc>
              <a:spcBef>
                <a:spcPts val="500"/>
              </a:spcBef>
              <a:buClr>
                <a:schemeClr val="accent3"/>
              </a:buClr>
              <a:buFont typeface="Arial" panose="020B0604020202020204" pitchFamily="34" charset="0"/>
              <a:buChar char="•"/>
              <a:defRPr sz="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800" b="0" i="0" u="none" strike="noStrike" kern="1200" cap="none" spc="0" normalizeH="0" baseline="0" noProof="0">
                <a:ln>
                  <a:noFill/>
                </a:ln>
                <a:solidFill>
                  <a:schemeClr val="tx1"/>
                </a:solidFill>
                <a:effectLst/>
                <a:uLnTx/>
                <a:uFillTx/>
                <a:latin typeface="Arial" panose="020B0604020202020204" pitchFamily="34" charset="0"/>
                <a:ea typeface="+mn-ea"/>
                <a:cs typeface="+mn-cs"/>
              </a:rPr>
              <a:t>© Siteimprove CONFIDENTIAL</a:t>
            </a:r>
          </a:p>
        </p:txBody>
      </p:sp>
    </p:spTree>
    <p:extLst>
      <p:ext uri="{BB962C8B-B14F-4D97-AF65-F5344CB8AC3E}">
        <p14:creationId xmlns:p14="http://schemas.microsoft.com/office/powerpoint/2010/main" val="347709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ft title slide - Image">
    <p:spTree>
      <p:nvGrpSpPr>
        <p:cNvPr id="1" name=""/>
        <p:cNvGrpSpPr/>
        <p:nvPr/>
      </p:nvGrpSpPr>
      <p:grpSpPr>
        <a:xfrm>
          <a:off x="0" y="0"/>
          <a:ext cx="0" cy="0"/>
          <a:chOff x="0" y="0"/>
          <a:chExt cx="0" cy="0"/>
        </a:xfrm>
      </p:grpSpPr>
      <p:pic>
        <p:nvPicPr>
          <p:cNvPr id="13" name="Graphic 12" descr="Siteimprove logo">
            <a:extLst>
              <a:ext uri="{FF2B5EF4-FFF2-40B4-BE49-F238E27FC236}">
                <a16:creationId xmlns:a16="http://schemas.microsoft.com/office/drawing/2014/main" id="{3B947B9C-2D0C-0DCD-78C2-19C482DA197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78944" y="352339"/>
            <a:ext cx="1652601" cy="407284"/>
          </a:xfrm>
          <a:prstGeom prst="rect">
            <a:avLst/>
          </a:prstGeom>
          <a:effectLst/>
        </p:spPr>
      </p:pic>
      <p:sp>
        <p:nvSpPr>
          <p:cNvPr id="14" name="Title 7">
            <a:extLst>
              <a:ext uri="{FF2B5EF4-FFF2-40B4-BE49-F238E27FC236}">
                <a16:creationId xmlns:a16="http://schemas.microsoft.com/office/drawing/2014/main" id="{B15FDF2F-F53E-FCB9-0829-3B3DE93BC270}"/>
              </a:ext>
            </a:extLst>
          </p:cNvPr>
          <p:cNvSpPr>
            <a:spLocks noGrp="1"/>
          </p:cNvSpPr>
          <p:nvPr>
            <p:ph type="title"/>
          </p:nvPr>
        </p:nvSpPr>
        <p:spPr>
          <a:xfrm>
            <a:off x="410398" y="1061546"/>
            <a:ext cx="3814761" cy="2879834"/>
          </a:xfrm>
          <a:prstGeom prst="rect">
            <a:avLst/>
          </a:prstGeom>
        </p:spPr>
        <p:txBody>
          <a:bodyPr anchor="b"/>
          <a:lstStyle>
            <a:lvl1pPr algn="l">
              <a:defRPr sz="4800" b="1" i="0">
                <a:solidFill>
                  <a:schemeClr val="tx1"/>
                </a:solidFill>
                <a:latin typeface="+mj-lt"/>
              </a:defRPr>
            </a:lvl1pPr>
          </a:lstStyle>
          <a:p>
            <a:r>
              <a:rPr lang="en-GB"/>
              <a:t>Click to edit Master title style</a:t>
            </a:r>
            <a:endParaRPr lang="en-DK"/>
          </a:p>
        </p:txBody>
      </p:sp>
      <p:sp>
        <p:nvSpPr>
          <p:cNvPr id="7" name="Text Placeholder 6">
            <a:extLst>
              <a:ext uri="{FF2B5EF4-FFF2-40B4-BE49-F238E27FC236}">
                <a16:creationId xmlns:a16="http://schemas.microsoft.com/office/drawing/2014/main" id="{4F3A7D08-806B-AC56-A10F-61A34C8061C2}"/>
              </a:ext>
            </a:extLst>
          </p:cNvPr>
          <p:cNvSpPr>
            <a:spLocks noGrp="1"/>
          </p:cNvSpPr>
          <p:nvPr>
            <p:ph type="body" sz="quarter" idx="11"/>
          </p:nvPr>
        </p:nvSpPr>
        <p:spPr>
          <a:xfrm>
            <a:off x="410399" y="4243303"/>
            <a:ext cx="3970215" cy="1222076"/>
          </a:xfrm>
          <a:prstGeom prst="rect">
            <a:avLst/>
          </a:prstGeom>
        </p:spPr>
        <p:txBody>
          <a:bodyPr/>
          <a:lstStyle>
            <a:lvl1pPr marL="0" indent="0" algn="l">
              <a:buNone/>
              <a:defRPr sz="2400" b="0" i="0">
                <a:solidFill>
                  <a:schemeClr val="tx1"/>
                </a:solidFill>
                <a:latin typeface="+mn-lt"/>
                <a:ea typeface="Inter" panose="02000503000000020004" pitchFamily="2" charset="0"/>
              </a:defRPr>
            </a:lvl1pPr>
          </a:lstStyle>
          <a:p>
            <a:pPr lvl="0"/>
            <a:endParaRPr lang="en-DK"/>
          </a:p>
        </p:txBody>
      </p:sp>
      <p:pic>
        <p:nvPicPr>
          <p:cNvPr id="9" name="Graphic 8">
            <a:extLst>
              <a:ext uri="{FF2B5EF4-FFF2-40B4-BE49-F238E27FC236}">
                <a16:creationId xmlns:a16="http://schemas.microsoft.com/office/drawing/2014/main" id="{A69C2843-0FA0-8F40-22C9-3CF67D45817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7989" y="5403778"/>
            <a:ext cx="900112" cy="900112"/>
          </a:xfrm>
          <a:prstGeom prst="rect">
            <a:avLst/>
          </a:prstGeom>
        </p:spPr>
      </p:pic>
      <p:sp>
        <p:nvSpPr>
          <p:cNvPr id="4" name="Picture Placeholder 3">
            <a:extLst>
              <a:ext uri="{FF2B5EF4-FFF2-40B4-BE49-F238E27FC236}">
                <a16:creationId xmlns:a16="http://schemas.microsoft.com/office/drawing/2014/main" id="{4EF56C7B-2DFF-5282-9B25-2E027D05CDA1}"/>
              </a:ext>
            </a:extLst>
          </p:cNvPr>
          <p:cNvSpPr>
            <a:spLocks noGrp="1"/>
          </p:cNvSpPr>
          <p:nvPr>
            <p:ph type="pic" sz="quarter" idx="12"/>
          </p:nvPr>
        </p:nvSpPr>
        <p:spPr>
          <a:xfrm>
            <a:off x="4727574" y="0"/>
            <a:ext cx="7464425" cy="6858000"/>
          </a:xfrm>
        </p:spPr>
        <p:txBody>
          <a:bodyPr/>
          <a:lstStyle>
            <a:lvl1pPr marL="0" indent="0">
              <a:buNone/>
              <a:defRPr b="0" i="0"/>
            </a:lvl1pPr>
          </a:lstStyle>
          <a:p>
            <a:endParaRPr lang="en-US"/>
          </a:p>
        </p:txBody>
      </p:sp>
      <p:sp>
        <p:nvSpPr>
          <p:cNvPr id="8" name="Text Placeholder 2">
            <a:extLst>
              <a:ext uri="{FF2B5EF4-FFF2-40B4-BE49-F238E27FC236}">
                <a16:creationId xmlns:a16="http://schemas.microsoft.com/office/drawing/2014/main" id="{A968D6F5-2BF3-0619-23D2-30DA7A24AD89}"/>
              </a:ext>
            </a:extLst>
          </p:cNvPr>
          <p:cNvSpPr txBox="1">
            <a:spLocks/>
          </p:cNvSpPr>
          <p:nvPr userDrawn="1"/>
        </p:nvSpPr>
        <p:spPr>
          <a:xfrm>
            <a:off x="410398" y="6462000"/>
            <a:ext cx="3318911" cy="243629"/>
          </a:xfrm>
          <a:prstGeom prst="rect">
            <a:avLst/>
          </a:prstGeom>
        </p:spPr>
        <p:txBody>
          <a:bodyPr vert="horz" lIns="0" tIns="0" rIns="0" bIns="0" rtlCol="0" anchor="ctr">
            <a:noAutofit/>
          </a:bodyPr>
          <a:lstStyle>
            <a:lvl1pPr marL="228600" indent="-228600" algn="l" defTabSz="914400" rtl="0" eaLnBrk="1" latinLnBrk="0" hangingPunct="1">
              <a:lnSpc>
                <a:spcPct val="100000"/>
              </a:lnSpc>
              <a:spcBef>
                <a:spcPts val="1200"/>
              </a:spcBef>
              <a:buClr>
                <a:schemeClr val="accent3"/>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3"/>
              </a:buClr>
              <a:buFont typeface="Arial" panose="020B0604020202020204" pitchFamily="34" charset="0"/>
              <a:buChar char="•"/>
              <a:defRPr sz="1200" kern="1200">
                <a:solidFill>
                  <a:schemeClr val="tx1"/>
                </a:solidFill>
                <a:latin typeface="+mn-lt"/>
                <a:ea typeface="+mn-ea"/>
                <a:cs typeface="+mn-cs"/>
              </a:defRPr>
            </a:lvl2pPr>
            <a:lvl3pPr marL="1117600" indent="-203200" algn="l" defTabSz="914400" rtl="0" eaLnBrk="1" latinLnBrk="0" hangingPunct="1">
              <a:lnSpc>
                <a:spcPct val="10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1574800" indent="-203200" algn="l" defTabSz="914400" rtl="0" eaLnBrk="1" latinLnBrk="0" hangingPunct="1">
              <a:lnSpc>
                <a:spcPct val="100000"/>
              </a:lnSpc>
              <a:spcBef>
                <a:spcPts val="500"/>
              </a:spcBef>
              <a:buClr>
                <a:schemeClr val="accent3"/>
              </a:buClr>
              <a:buFont typeface="Arial" panose="020B0604020202020204" pitchFamily="34" charset="0"/>
              <a:buChar char="•"/>
              <a:defRPr sz="900" kern="1200">
                <a:solidFill>
                  <a:schemeClr val="tx1"/>
                </a:solidFill>
                <a:latin typeface="+mn-lt"/>
                <a:ea typeface="+mn-ea"/>
                <a:cs typeface="+mn-cs"/>
              </a:defRPr>
            </a:lvl4pPr>
            <a:lvl5pPr marL="1981200" indent="-152400" algn="l" defTabSz="914400" rtl="0" eaLnBrk="1" latinLnBrk="0" hangingPunct="1">
              <a:lnSpc>
                <a:spcPct val="100000"/>
              </a:lnSpc>
              <a:spcBef>
                <a:spcPts val="500"/>
              </a:spcBef>
              <a:buClr>
                <a:schemeClr val="accent3"/>
              </a:buClr>
              <a:buFont typeface="Arial" panose="020B0604020202020204" pitchFamily="34" charset="0"/>
              <a:buChar char="•"/>
              <a:defRPr sz="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800" b="0" i="0" u="none" strike="noStrike" kern="1200" cap="none" spc="0" normalizeH="0" baseline="0" noProof="0">
                <a:ln>
                  <a:noFill/>
                </a:ln>
                <a:solidFill>
                  <a:schemeClr val="tx1"/>
                </a:solidFill>
                <a:effectLst/>
                <a:uLnTx/>
                <a:uFillTx/>
                <a:latin typeface="Arial" panose="020B0604020202020204" pitchFamily="34" charset="0"/>
                <a:ea typeface="+mn-ea"/>
                <a:cs typeface="+mn-cs"/>
              </a:rPr>
              <a:t>© Siteimprove CONFIDENTIAL</a:t>
            </a:r>
          </a:p>
        </p:txBody>
      </p:sp>
      <p:sp>
        <p:nvSpPr>
          <p:cNvPr id="5" name="Slide Number Placeholder 2">
            <a:extLst>
              <a:ext uri="{FF2B5EF4-FFF2-40B4-BE49-F238E27FC236}">
                <a16:creationId xmlns:a16="http://schemas.microsoft.com/office/drawing/2014/main" id="{6D9CDD9D-C18E-CCAD-500E-153515745E27}"/>
              </a:ext>
              <a:ext uri="{C183D7F6-B498-43B3-948B-1728B52AA6E4}">
                <adec:decorative xmlns:adec="http://schemas.microsoft.com/office/drawing/2017/decorative" val="1"/>
              </a:ext>
            </a:extLst>
          </p:cNvPr>
          <p:cNvSpPr>
            <a:spLocks noGrp="1"/>
          </p:cNvSpPr>
          <p:nvPr>
            <p:ph type="sldNum" sz="quarter" idx="10"/>
          </p:nvPr>
        </p:nvSpPr>
        <p:spPr>
          <a:xfrm>
            <a:off x="11653284" y="6337005"/>
            <a:ext cx="538716" cy="520995"/>
          </a:xfrm>
          <a:prstGeom prst="rect">
            <a:avLst/>
          </a:prstGeom>
        </p:spPr>
        <p:txBody>
          <a:bodyPr/>
          <a:lstStyle>
            <a:lvl1pPr>
              <a:defRPr b="0" i="0">
                <a:solidFill>
                  <a:schemeClr val="tx1"/>
                </a:solidFill>
                <a:latin typeface="Arial" panose="020B0604020202020204" pitchFamily="34" charset="0"/>
              </a:defRPr>
            </a:lvl1pPr>
          </a:lstStyle>
          <a:p>
            <a:fld id="{D78E96AE-B5B5-49FC-BED4-FF80B77E5CAF}" type="slidenum">
              <a:rPr lang="en-DK" smtClean="0"/>
              <a:pPr/>
              <a:t>‹#›</a:t>
            </a:fld>
            <a:endParaRPr lang="en-DK"/>
          </a:p>
        </p:txBody>
      </p:sp>
    </p:spTree>
    <p:extLst>
      <p:ext uri="{BB962C8B-B14F-4D97-AF65-F5344CB8AC3E}">
        <p14:creationId xmlns:p14="http://schemas.microsoft.com/office/powerpoint/2010/main" val="2629158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B78B03-F255-2A1D-B805-008DFABA8C84}"/>
              </a:ext>
            </a:extLst>
          </p:cNvPr>
          <p:cNvSpPr>
            <a:spLocks noGrp="1"/>
          </p:cNvSpPr>
          <p:nvPr>
            <p:ph type="title"/>
          </p:nvPr>
        </p:nvSpPr>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11" name="Text Placeholder 4">
            <a:extLst>
              <a:ext uri="{FF2B5EF4-FFF2-40B4-BE49-F238E27FC236}">
                <a16:creationId xmlns:a16="http://schemas.microsoft.com/office/drawing/2014/main" id="{6A391357-B7BA-470A-823F-07815B208EEF}"/>
              </a:ext>
            </a:extLst>
          </p:cNvPr>
          <p:cNvSpPr>
            <a:spLocks noGrp="1"/>
          </p:cNvSpPr>
          <p:nvPr>
            <p:ph type="body" sz="quarter" idx="18" hasCustomPrompt="1"/>
          </p:nvPr>
        </p:nvSpPr>
        <p:spPr>
          <a:xfrm>
            <a:off x="479375" y="1413669"/>
            <a:ext cx="244800" cy="244476"/>
          </a:xfrm>
          <a:prstGeom prst="ellipse">
            <a:avLst/>
          </a:prstGeom>
          <a:solidFill>
            <a:schemeClr val="accent2"/>
          </a:solidFill>
          <a:ln>
            <a:noFill/>
          </a:ln>
        </p:spPr>
        <p:txBody>
          <a:bodyPr lIns="0" tIns="0" b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66" name="Text Placeholder 4">
            <a:extLst>
              <a:ext uri="{FF2B5EF4-FFF2-40B4-BE49-F238E27FC236}">
                <a16:creationId xmlns:a16="http://schemas.microsoft.com/office/drawing/2014/main" id="{5016CD18-BAFE-488A-AA0E-6661B6D62FFA}"/>
              </a:ext>
            </a:extLst>
          </p:cNvPr>
          <p:cNvSpPr>
            <a:spLocks noGrp="1"/>
          </p:cNvSpPr>
          <p:nvPr>
            <p:ph type="body" sz="quarter" idx="20" hasCustomPrompt="1"/>
          </p:nvPr>
        </p:nvSpPr>
        <p:spPr>
          <a:xfrm>
            <a:off x="947688" y="1413669"/>
            <a:ext cx="1171575" cy="244475"/>
          </a:xfrm>
          <a:prstGeom prst="rect">
            <a:avLst/>
          </a:prstGeom>
          <a:solidFill>
            <a:schemeClr val="accent2"/>
          </a:solidFill>
          <a:ln>
            <a:noFill/>
          </a:ln>
        </p:spPr>
        <p:txBody>
          <a:bodyPr lIns="0" tIns="0" rIns="0" bIns="0" anchor="ctr" anchorCtr="0"/>
          <a:lstStyle>
            <a:lvl1pPr marL="0" indent="0" algn="ctr">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Time</a:t>
            </a:r>
          </a:p>
        </p:txBody>
      </p:sp>
      <p:sp>
        <p:nvSpPr>
          <p:cNvPr id="26" name="Text Placeholder 4">
            <a:extLst>
              <a:ext uri="{FF2B5EF4-FFF2-40B4-BE49-F238E27FC236}">
                <a16:creationId xmlns:a16="http://schemas.microsoft.com/office/drawing/2014/main" id="{C6FACA02-B777-4623-8B23-1379039D1F2E}"/>
              </a:ext>
            </a:extLst>
          </p:cNvPr>
          <p:cNvSpPr>
            <a:spLocks noGrp="1"/>
          </p:cNvSpPr>
          <p:nvPr>
            <p:ph type="body" sz="quarter" idx="19" hasCustomPrompt="1"/>
          </p:nvPr>
        </p:nvSpPr>
        <p:spPr>
          <a:xfrm>
            <a:off x="2119263" y="1413669"/>
            <a:ext cx="3517900" cy="244475"/>
          </a:xfrm>
          <a:prstGeom prst="rect">
            <a:avLst/>
          </a:prstGeom>
          <a:noFill/>
          <a:ln>
            <a:noFill/>
          </a:ln>
        </p:spPr>
        <p:txBody>
          <a:bodyPr lIns="72000" tIns="0" bIns="0" anchor="ctr" anchorCtr="0"/>
          <a:lstStyle>
            <a:lvl1pPr marL="0" indent="0">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a:t>
            </a:r>
          </a:p>
        </p:txBody>
      </p:sp>
      <p:sp>
        <p:nvSpPr>
          <p:cNvPr id="5" name="Text Placeholder 4">
            <a:extLst>
              <a:ext uri="{FF2B5EF4-FFF2-40B4-BE49-F238E27FC236}">
                <a16:creationId xmlns:a16="http://schemas.microsoft.com/office/drawing/2014/main" id="{86CE9EA8-1CB0-4D71-B615-06C4135ECCC8}"/>
              </a:ext>
            </a:extLst>
          </p:cNvPr>
          <p:cNvSpPr>
            <a:spLocks noGrp="1"/>
          </p:cNvSpPr>
          <p:nvPr>
            <p:ph type="body" sz="quarter" idx="17" hasCustomPrompt="1"/>
          </p:nvPr>
        </p:nvSpPr>
        <p:spPr>
          <a:xfrm>
            <a:off x="947688" y="1658143"/>
            <a:ext cx="4689475" cy="490539"/>
          </a:xfrm>
          <a:prstGeom prst="rect">
            <a:avLst/>
          </a:prstGeom>
          <a:noFill/>
          <a:ln>
            <a:noFill/>
          </a:ln>
        </p:spPr>
        <p:txBody>
          <a:bodyPr wrap="square" lIns="0" tIns="36000" b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72" name="Text Placeholder 4">
            <a:extLst>
              <a:ext uri="{FF2B5EF4-FFF2-40B4-BE49-F238E27FC236}">
                <a16:creationId xmlns:a16="http://schemas.microsoft.com/office/drawing/2014/main" id="{97EC9698-8179-46D0-B096-AB03BB857C18}"/>
              </a:ext>
            </a:extLst>
          </p:cNvPr>
          <p:cNvSpPr>
            <a:spLocks noGrp="1"/>
          </p:cNvSpPr>
          <p:nvPr>
            <p:ph type="body" sz="quarter" idx="21" hasCustomPrompt="1"/>
          </p:nvPr>
        </p:nvSpPr>
        <p:spPr>
          <a:xfrm>
            <a:off x="479375" y="2393156"/>
            <a:ext cx="244800" cy="244476"/>
          </a:xfrm>
          <a:prstGeom prst="ellipse">
            <a:avLst/>
          </a:prstGeom>
          <a:solidFill>
            <a:schemeClr val="accent2"/>
          </a:solidFill>
          <a:ln>
            <a:noFill/>
          </a:ln>
        </p:spPr>
        <p:txBody>
          <a:bodyPr lIns="0" tIns="0" b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73" name="Text Placeholder 4">
            <a:extLst>
              <a:ext uri="{FF2B5EF4-FFF2-40B4-BE49-F238E27FC236}">
                <a16:creationId xmlns:a16="http://schemas.microsoft.com/office/drawing/2014/main" id="{03970C3E-D3EC-4693-AF5A-B8307A6453DB}"/>
              </a:ext>
            </a:extLst>
          </p:cNvPr>
          <p:cNvSpPr>
            <a:spLocks noGrp="1"/>
          </p:cNvSpPr>
          <p:nvPr>
            <p:ph type="body" sz="quarter" idx="22" hasCustomPrompt="1"/>
          </p:nvPr>
        </p:nvSpPr>
        <p:spPr>
          <a:xfrm>
            <a:off x="947688" y="2393156"/>
            <a:ext cx="1171575" cy="244475"/>
          </a:xfrm>
          <a:prstGeom prst="rect">
            <a:avLst/>
          </a:prstGeom>
          <a:solidFill>
            <a:schemeClr val="accent2"/>
          </a:solidFill>
          <a:ln>
            <a:noFill/>
          </a:ln>
        </p:spPr>
        <p:txBody>
          <a:bodyPr lIns="0" tIns="0" rIns="0" bIns="0" anchor="ctr" anchorCtr="0"/>
          <a:lstStyle>
            <a:lvl1pPr marL="0" indent="0" algn="ctr">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Time</a:t>
            </a:r>
          </a:p>
        </p:txBody>
      </p:sp>
      <p:sp>
        <p:nvSpPr>
          <p:cNvPr id="74" name="Text Placeholder 4">
            <a:extLst>
              <a:ext uri="{FF2B5EF4-FFF2-40B4-BE49-F238E27FC236}">
                <a16:creationId xmlns:a16="http://schemas.microsoft.com/office/drawing/2014/main" id="{8D0B6A36-D5A2-4EA4-AE05-B37569D1959E}"/>
              </a:ext>
            </a:extLst>
          </p:cNvPr>
          <p:cNvSpPr>
            <a:spLocks noGrp="1"/>
          </p:cNvSpPr>
          <p:nvPr>
            <p:ph type="body" sz="quarter" idx="23" hasCustomPrompt="1"/>
          </p:nvPr>
        </p:nvSpPr>
        <p:spPr>
          <a:xfrm>
            <a:off x="2119263" y="2393156"/>
            <a:ext cx="3517900" cy="244475"/>
          </a:xfrm>
          <a:prstGeom prst="rect">
            <a:avLst/>
          </a:prstGeom>
          <a:noFill/>
          <a:ln>
            <a:noFill/>
          </a:ln>
        </p:spPr>
        <p:txBody>
          <a:bodyPr lIns="72000" tIns="0" bIns="0" anchor="ctr" anchorCtr="0"/>
          <a:lstStyle>
            <a:lvl1pPr marL="0" indent="0">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a:t>
            </a:r>
          </a:p>
        </p:txBody>
      </p:sp>
      <p:sp>
        <p:nvSpPr>
          <p:cNvPr id="75" name="Text Placeholder 4">
            <a:extLst>
              <a:ext uri="{FF2B5EF4-FFF2-40B4-BE49-F238E27FC236}">
                <a16:creationId xmlns:a16="http://schemas.microsoft.com/office/drawing/2014/main" id="{5FD56694-56F2-4263-BDCF-D2EF78873CC4}"/>
              </a:ext>
            </a:extLst>
          </p:cNvPr>
          <p:cNvSpPr>
            <a:spLocks noGrp="1"/>
          </p:cNvSpPr>
          <p:nvPr>
            <p:ph type="body" sz="quarter" idx="24" hasCustomPrompt="1"/>
          </p:nvPr>
        </p:nvSpPr>
        <p:spPr>
          <a:xfrm>
            <a:off x="947688" y="2671594"/>
            <a:ext cx="4689475" cy="490539"/>
          </a:xfrm>
          <a:prstGeom prst="rect">
            <a:avLst/>
          </a:prstGeom>
          <a:noFill/>
          <a:ln>
            <a:noFill/>
          </a:ln>
        </p:spPr>
        <p:txBody>
          <a:bodyPr wrap="square" lIns="0" tIns="36000" b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76" name="Text Placeholder 4">
            <a:extLst>
              <a:ext uri="{FF2B5EF4-FFF2-40B4-BE49-F238E27FC236}">
                <a16:creationId xmlns:a16="http://schemas.microsoft.com/office/drawing/2014/main" id="{B1AFF92C-84A5-476A-990E-98043A0E9980}"/>
              </a:ext>
            </a:extLst>
          </p:cNvPr>
          <p:cNvSpPr>
            <a:spLocks noGrp="1"/>
          </p:cNvSpPr>
          <p:nvPr>
            <p:ph type="body" sz="quarter" idx="25" hasCustomPrompt="1"/>
          </p:nvPr>
        </p:nvSpPr>
        <p:spPr>
          <a:xfrm>
            <a:off x="479375" y="3372644"/>
            <a:ext cx="244800" cy="244476"/>
          </a:xfrm>
          <a:prstGeom prst="ellipse">
            <a:avLst/>
          </a:prstGeom>
          <a:solidFill>
            <a:schemeClr val="accent2"/>
          </a:solidFill>
          <a:ln>
            <a:noFill/>
          </a:ln>
        </p:spPr>
        <p:txBody>
          <a:bodyPr lIns="0" tIns="0" b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77" name="Text Placeholder 4">
            <a:extLst>
              <a:ext uri="{FF2B5EF4-FFF2-40B4-BE49-F238E27FC236}">
                <a16:creationId xmlns:a16="http://schemas.microsoft.com/office/drawing/2014/main" id="{63001383-A4E0-4A0C-8E97-1450776AD27D}"/>
              </a:ext>
            </a:extLst>
          </p:cNvPr>
          <p:cNvSpPr>
            <a:spLocks noGrp="1"/>
          </p:cNvSpPr>
          <p:nvPr>
            <p:ph type="body" sz="quarter" idx="26" hasCustomPrompt="1"/>
          </p:nvPr>
        </p:nvSpPr>
        <p:spPr>
          <a:xfrm>
            <a:off x="947688" y="3372644"/>
            <a:ext cx="1171575" cy="244475"/>
          </a:xfrm>
          <a:prstGeom prst="rect">
            <a:avLst/>
          </a:prstGeom>
          <a:solidFill>
            <a:schemeClr val="accent2"/>
          </a:solidFill>
          <a:ln>
            <a:noFill/>
          </a:ln>
        </p:spPr>
        <p:txBody>
          <a:bodyPr lIns="0" tIns="0" rIns="0" bIns="0" anchor="ctr" anchorCtr="0"/>
          <a:lstStyle>
            <a:lvl1pPr marL="0" indent="0" algn="ctr">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Time</a:t>
            </a:r>
          </a:p>
        </p:txBody>
      </p:sp>
      <p:sp>
        <p:nvSpPr>
          <p:cNvPr id="78" name="Text Placeholder 4">
            <a:extLst>
              <a:ext uri="{FF2B5EF4-FFF2-40B4-BE49-F238E27FC236}">
                <a16:creationId xmlns:a16="http://schemas.microsoft.com/office/drawing/2014/main" id="{2A0F1F3D-B491-4ACF-847A-64BB9720EA23}"/>
              </a:ext>
            </a:extLst>
          </p:cNvPr>
          <p:cNvSpPr>
            <a:spLocks noGrp="1"/>
          </p:cNvSpPr>
          <p:nvPr>
            <p:ph type="body" sz="quarter" idx="27" hasCustomPrompt="1"/>
          </p:nvPr>
        </p:nvSpPr>
        <p:spPr>
          <a:xfrm>
            <a:off x="2119263" y="3372644"/>
            <a:ext cx="3517900" cy="244475"/>
          </a:xfrm>
          <a:prstGeom prst="rect">
            <a:avLst/>
          </a:prstGeom>
          <a:noFill/>
          <a:ln>
            <a:noFill/>
          </a:ln>
        </p:spPr>
        <p:txBody>
          <a:bodyPr lIns="72000" tIns="0" bIns="0" anchor="ctr" anchorCtr="0"/>
          <a:lstStyle>
            <a:lvl1pPr marL="0" indent="0">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a:t>
            </a:r>
          </a:p>
        </p:txBody>
      </p:sp>
      <p:sp>
        <p:nvSpPr>
          <p:cNvPr id="79" name="Text Placeholder 4">
            <a:extLst>
              <a:ext uri="{FF2B5EF4-FFF2-40B4-BE49-F238E27FC236}">
                <a16:creationId xmlns:a16="http://schemas.microsoft.com/office/drawing/2014/main" id="{A5E99778-16CB-4DBD-B95F-AB1925677ED1}"/>
              </a:ext>
            </a:extLst>
          </p:cNvPr>
          <p:cNvSpPr>
            <a:spLocks noGrp="1"/>
          </p:cNvSpPr>
          <p:nvPr>
            <p:ph type="body" sz="quarter" idx="28" hasCustomPrompt="1"/>
          </p:nvPr>
        </p:nvSpPr>
        <p:spPr>
          <a:xfrm>
            <a:off x="947688" y="3651875"/>
            <a:ext cx="4689475" cy="490539"/>
          </a:xfrm>
          <a:prstGeom prst="rect">
            <a:avLst/>
          </a:prstGeom>
          <a:noFill/>
          <a:ln>
            <a:noFill/>
          </a:ln>
        </p:spPr>
        <p:txBody>
          <a:bodyPr wrap="square" lIns="0" tIns="36000" b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80" name="Text Placeholder 4">
            <a:extLst>
              <a:ext uri="{FF2B5EF4-FFF2-40B4-BE49-F238E27FC236}">
                <a16:creationId xmlns:a16="http://schemas.microsoft.com/office/drawing/2014/main" id="{F778F2DE-014C-4F0D-A9E9-DA2A82E4D25A}"/>
              </a:ext>
            </a:extLst>
          </p:cNvPr>
          <p:cNvSpPr>
            <a:spLocks noGrp="1"/>
          </p:cNvSpPr>
          <p:nvPr>
            <p:ph type="body" sz="quarter" idx="29" hasCustomPrompt="1"/>
          </p:nvPr>
        </p:nvSpPr>
        <p:spPr>
          <a:xfrm>
            <a:off x="479375" y="4352131"/>
            <a:ext cx="244800" cy="244476"/>
          </a:xfrm>
          <a:prstGeom prst="ellipse">
            <a:avLst/>
          </a:prstGeom>
          <a:solidFill>
            <a:schemeClr val="accent2"/>
          </a:solidFill>
          <a:ln>
            <a:noFill/>
          </a:ln>
        </p:spPr>
        <p:txBody>
          <a:bodyPr lIns="0" tIns="0" b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81" name="Text Placeholder 4">
            <a:extLst>
              <a:ext uri="{FF2B5EF4-FFF2-40B4-BE49-F238E27FC236}">
                <a16:creationId xmlns:a16="http://schemas.microsoft.com/office/drawing/2014/main" id="{C75E6773-90C8-4634-BB74-17114EB80809}"/>
              </a:ext>
            </a:extLst>
          </p:cNvPr>
          <p:cNvSpPr>
            <a:spLocks noGrp="1"/>
          </p:cNvSpPr>
          <p:nvPr>
            <p:ph type="body" sz="quarter" idx="30" hasCustomPrompt="1"/>
          </p:nvPr>
        </p:nvSpPr>
        <p:spPr>
          <a:xfrm>
            <a:off x="947688" y="4352131"/>
            <a:ext cx="1171575" cy="244475"/>
          </a:xfrm>
          <a:prstGeom prst="rect">
            <a:avLst/>
          </a:prstGeom>
          <a:solidFill>
            <a:schemeClr val="accent2"/>
          </a:solidFill>
          <a:ln>
            <a:noFill/>
          </a:ln>
        </p:spPr>
        <p:txBody>
          <a:bodyPr lIns="0" tIns="0" rIns="0" bIns="0" anchor="ctr" anchorCtr="0"/>
          <a:lstStyle>
            <a:lvl1pPr marL="0" indent="0" algn="ctr">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Time</a:t>
            </a:r>
          </a:p>
        </p:txBody>
      </p:sp>
      <p:sp>
        <p:nvSpPr>
          <p:cNvPr id="82" name="Text Placeholder 4">
            <a:extLst>
              <a:ext uri="{FF2B5EF4-FFF2-40B4-BE49-F238E27FC236}">
                <a16:creationId xmlns:a16="http://schemas.microsoft.com/office/drawing/2014/main" id="{04B59E57-1639-41A9-9499-012A5F9554A6}"/>
              </a:ext>
            </a:extLst>
          </p:cNvPr>
          <p:cNvSpPr>
            <a:spLocks noGrp="1"/>
          </p:cNvSpPr>
          <p:nvPr>
            <p:ph type="body" sz="quarter" idx="31" hasCustomPrompt="1"/>
          </p:nvPr>
        </p:nvSpPr>
        <p:spPr>
          <a:xfrm>
            <a:off x="2119263" y="4352131"/>
            <a:ext cx="3517900" cy="244475"/>
          </a:xfrm>
          <a:prstGeom prst="rect">
            <a:avLst/>
          </a:prstGeom>
          <a:noFill/>
          <a:ln>
            <a:noFill/>
          </a:ln>
        </p:spPr>
        <p:txBody>
          <a:bodyPr lIns="72000" tIns="0" bIns="0" anchor="ctr" anchorCtr="0"/>
          <a:lstStyle>
            <a:lvl1pPr marL="0" indent="0">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a:t>
            </a:r>
          </a:p>
        </p:txBody>
      </p:sp>
      <p:sp>
        <p:nvSpPr>
          <p:cNvPr id="83" name="Text Placeholder 4">
            <a:extLst>
              <a:ext uri="{FF2B5EF4-FFF2-40B4-BE49-F238E27FC236}">
                <a16:creationId xmlns:a16="http://schemas.microsoft.com/office/drawing/2014/main" id="{E2947180-A9F5-4967-A441-087E95D36C5C}"/>
              </a:ext>
            </a:extLst>
          </p:cNvPr>
          <p:cNvSpPr>
            <a:spLocks noGrp="1"/>
          </p:cNvSpPr>
          <p:nvPr>
            <p:ph type="body" sz="quarter" idx="32" hasCustomPrompt="1"/>
          </p:nvPr>
        </p:nvSpPr>
        <p:spPr>
          <a:xfrm>
            <a:off x="947688" y="4596605"/>
            <a:ext cx="4689475" cy="490539"/>
          </a:xfrm>
          <a:prstGeom prst="rect">
            <a:avLst/>
          </a:prstGeom>
          <a:noFill/>
          <a:ln>
            <a:noFill/>
          </a:ln>
        </p:spPr>
        <p:txBody>
          <a:bodyPr wrap="square" lIns="0" tIns="36000" b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84" name="Text Placeholder 4">
            <a:extLst>
              <a:ext uri="{FF2B5EF4-FFF2-40B4-BE49-F238E27FC236}">
                <a16:creationId xmlns:a16="http://schemas.microsoft.com/office/drawing/2014/main" id="{39BD4D80-FF7C-474E-AAED-37B2D14819DE}"/>
              </a:ext>
            </a:extLst>
          </p:cNvPr>
          <p:cNvSpPr>
            <a:spLocks noGrp="1"/>
          </p:cNvSpPr>
          <p:nvPr>
            <p:ph type="body" sz="quarter" idx="33" hasCustomPrompt="1"/>
          </p:nvPr>
        </p:nvSpPr>
        <p:spPr>
          <a:xfrm>
            <a:off x="479375" y="5333208"/>
            <a:ext cx="244800" cy="244476"/>
          </a:xfrm>
          <a:prstGeom prst="ellipse">
            <a:avLst/>
          </a:prstGeom>
          <a:solidFill>
            <a:schemeClr val="accent2"/>
          </a:solidFill>
          <a:ln>
            <a:noFill/>
          </a:ln>
        </p:spPr>
        <p:txBody>
          <a:bodyPr lIns="0" tIns="0" b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85" name="Text Placeholder 4">
            <a:extLst>
              <a:ext uri="{FF2B5EF4-FFF2-40B4-BE49-F238E27FC236}">
                <a16:creationId xmlns:a16="http://schemas.microsoft.com/office/drawing/2014/main" id="{8DD2906F-858B-48F6-907F-62DB9D9F5DB9}"/>
              </a:ext>
            </a:extLst>
          </p:cNvPr>
          <p:cNvSpPr>
            <a:spLocks noGrp="1"/>
          </p:cNvSpPr>
          <p:nvPr>
            <p:ph type="body" sz="quarter" idx="34" hasCustomPrompt="1"/>
          </p:nvPr>
        </p:nvSpPr>
        <p:spPr>
          <a:xfrm>
            <a:off x="947688" y="5333208"/>
            <a:ext cx="1171575" cy="244475"/>
          </a:xfrm>
          <a:prstGeom prst="rect">
            <a:avLst/>
          </a:prstGeom>
          <a:solidFill>
            <a:schemeClr val="accent2"/>
          </a:solidFill>
          <a:ln>
            <a:noFill/>
          </a:ln>
        </p:spPr>
        <p:txBody>
          <a:bodyPr lIns="0" tIns="0" rIns="0" bIns="0" anchor="ctr" anchorCtr="0"/>
          <a:lstStyle>
            <a:lvl1pPr marL="0" indent="0" algn="ctr">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Time</a:t>
            </a:r>
          </a:p>
        </p:txBody>
      </p:sp>
      <p:sp>
        <p:nvSpPr>
          <p:cNvPr id="86" name="Text Placeholder 4">
            <a:extLst>
              <a:ext uri="{FF2B5EF4-FFF2-40B4-BE49-F238E27FC236}">
                <a16:creationId xmlns:a16="http://schemas.microsoft.com/office/drawing/2014/main" id="{70EBD2EA-B3A1-47AD-B791-B11DF36CEED3}"/>
              </a:ext>
            </a:extLst>
          </p:cNvPr>
          <p:cNvSpPr>
            <a:spLocks noGrp="1"/>
          </p:cNvSpPr>
          <p:nvPr>
            <p:ph type="body" sz="quarter" idx="35" hasCustomPrompt="1"/>
          </p:nvPr>
        </p:nvSpPr>
        <p:spPr>
          <a:xfrm>
            <a:off x="2119263" y="5333208"/>
            <a:ext cx="3517900" cy="244475"/>
          </a:xfrm>
          <a:prstGeom prst="rect">
            <a:avLst/>
          </a:prstGeom>
          <a:noFill/>
          <a:ln>
            <a:noFill/>
          </a:ln>
        </p:spPr>
        <p:txBody>
          <a:bodyPr lIns="72000" tIns="0" bIns="0" anchor="ctr" anchorCtr="0"/>
          <a:lstStyle>
            <a:lvl1pPr marL="0" indent="0">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a:t>
            </a:r>
          </a:p>
        </p:txBody>
      </p:sp>
      <p:sp>
        <p:nvSpPr>
          <p:cNvPr id="87" name="Text Placeholder 4">
            <a:extLst>
              <a:ext uri="{FF2B5EF4-FFF2-40B4-BE49-F238E27FC236}">
                <a16:creationId xmlns:a16="http://schemas.microsoft.com/office/drawing/2014/main" id="{A5B88609-4BBA-4D09-8339-FEBA494C3CFE}"/>
              </a:ext>
            </a:extLst>
          </p:cNvPr>
          <p:cNvSpPr>
            <a:spLocks noGrp="1"/>
          </p:cNvSpPr>
          <p:nvPr>
            <p:ph type="body" sz="quarter" idx="36" hasCustomPrompt="1"/>
          </p:nvPr>
        </p:nvSpPr>
        <p:spPr>
          <a:xfrm>
            <a:off x="947688" y="5577682"/>
            <a:ext cx="4689475" cy="490539"/>
          </a:xfrm>
          <a:prstGeom prst="rect">
            <a:avLst/>
          </a:prstGeom>
          <a:noFill/>
          <a:ln>
            <a:noFill/>
          </a:ln>
        </p:spPr>
        <p:txBody>
          <a:bodyPr wrap="square" lIns="0" tIns="36000" b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88" name="Text Placeholder 4">
            <a:extLst>
              <a:ext uri="{FF2B5EF4-FFF2-40B4-BE49-F238E27FC236}">
                <a16:creationId xmlns:a16="http://schemas.microsoft.com/office/drawing/2014/main" id="{F409586F-A03B-419E-B466-B19300915CE1}"/>
              </a:ext>
            </a:extLst>
          </p:cNvPr>
          <p:cNvSpPr>
            <a:spLocks noGrp="1"/>
          </p:cNvSpPr>
          <p:nvPr>
            <p:ph type="body" sz="quarter" idx="37" hasCustomPrompt="1"/>
          </p:nvPr>
        </p:nvSpPr>
        <p:spPr>
          <a:xfrm>
            <a:off x="6084563" y="1412875"/>
            <a:ext cx="244800" cy="244476"/>
          </a:xfrm>
          <a:prstGeom prst="ellipse">
            <a:avLst/>
          </a:prstGeom>
          <a:solidFill>
            <a:schemeClr val="accent2"/>
          </a:solidFill>
          <a:ln>
            <a:noFill/>
          </a:ln>
        </p:spPr>
        <p:txBody>
          <a:bodyPr lIns="0" tIns="0" b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89" name="Text Placeholder 4">
            <a:extLst>
              <a:ext uri="{FF2B5EF4-FFF2-40B4-BE49-F238E27FC236}">
                <a16:creationId xmlns:a16="http://schemas.microsoft.com/office/drawing/2014/main" id="{46E5FDE7-630D-4ED3-8A7A-E86D1AC7EB88}"/>
              </a:ext>
            </a:extLst>
          </p:cNvPr>
          <p:cNvSpPr>
            <a:spLocks noGrp="1"/>
          </p:cNvSpPr>
          <p:nvPr>
            <p:ph type="body" sz="quarter" idx="38" hasCustomPrompt="1"/>
          </p:nvPr>
        </p:nvSpPr>
        <p:spPr>
          <a:xfrm>
            <a:off x="6552876" y="1412875"/>
            <a:ext cx="1171575" cy="244475"/>
          </a:xfrm>
          <a:prstGeom prst="rect">
            <a:avLst/>
          </a:prstGeom>
          <a:solidFill>
            <a:schemeClr val="accent2"/>
          </a:solidFill>
          <a:ln>
            <a:noFill/>
          </a:ln>
        </p:spPr>
        <p:txBody>
          <a:bodyPr lIns="0" tIns="0" rIns="0" bIns="0" anchor="ctr" anchorCtr="0"/>
          <a:lstStyle>
            <a:lvl1pPr marL="0" indent="0" algn="ctr">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Time</a:t>
            </a:r>
          </a:p>
        </p:txBody>
      </p:sp>
      <p:sp>
        <p:nvSpPr>
          <p:cNvPr id="90" name="Text Placeholder 4">
            <a:extLst>
              <a:ext uri="{FF2B5EF4-FFF2-40B4-BE49-F238E27FC236}">
                <a16:creationId xmlns:a16="http://schemas.microsoft.com/office/drawing/2014/main" id="{342BFE02-4176-4624-BC24-D9FF6176B35D}"/>
              </a:ext>
            </a:extLst>
          </p:cNvPr>
          <p:cNvSpPr>
            <a:spLocks noGrp="1"/>
          </p:cNvSpPr>
          <p:nvPr>
            <p:ph type="body" sz="quarter" idx="39" hasCustomPrompt="1"/>
          </p:nvPr>
        </p:nvSpPr>
        <p:spPr>
          <a:xfrm>
            <a:off x="7724451" y="1412875"/>
            <a:ext cx="3517900" cy="244475"/>
          </a:xfrm>
          <a:prstGeom prst="rect">
            <a:avLst/>
          </a:prstGeom>
          <a:noFill/>
          <a:ln>
            <a:noFill/>
          </a:ln>
        </p:spPr>
        <p:txBody>
          <a:bodyPr lIns="72000" tIns="0" bIns="0" anchor="ctr" anchorCtr="0"/>
          <a:lstStyle>
            <a:lvl1pPr marL="0" indent="0">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a:t>
            </a:r>
          </a:p>
        </p:txBody>
      </p:sp>
      <p:sp>
        <p:nvSpPr>
          <p:cNvPr id="91" name="Text Placeholder 4">
            <a:extLst>
              <a:ext uri="{FF2B5EF4-FFF2-40B4-BE49-F238E27FC236}">
                <a16:creationId xmlns:a16="http://schemas.microsoft.com/office/drawing/2014/main" id="{3CBF2A71-1039-4940-9D78-9233F021F360}"/>
              </a:ext>
            </a:extLst>
          </p:cNvPr>
          <p:cNvSpPr>
            <a:spLocks noGrp="1"/>
          </p:cNvSpPr>
          <p:nvPr>
            <p:ph type="body" sz="quarter" idx="40" hasCustomPrompt="1"/>
          </p:nvPr>
        </p:nvSpPr>
        <p:spPr>
          <a:xfrm>
            <a:off x="6552876" y="1657349"/>
            <a:ext cx="4689475" cy="490539"/>
          </a:xfrm>
          <a:prstGeom prst="rect">
            <a:avLst/>
          </a:prstGeom>
          <a:noFill/>
          <a:ln>
            <a:noFill/>
          </a:ln>
        </p:spPr>
        <p:txBody>
          <a:bodyPr wrap="square" lIns="0" tIns="36000" b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92" name="Text Placeholder 4">
            <a:extLst>
              <a:ext uri="{FF2B5EF4-FFF2-40B4-BE49-F238E27FC236}">
                <a16:creationId xmlns:a16="http://schemas.microsoft.com/office/drawing/2014/main" id="{E5E18FF3-8461-4C32-A9CE-F02679D927A0}"/>
              </a:ext>
            </a:extLst>
          </p:cNvPr>
          <p:cNvSpPr>
            <a:spLocks noGrp="1"/>
          </p:cNvSpPr>
          <p:nvPr>
            <p:ph type="body" sz="quarter" idx="41" hasCustomPrompt="1"/>
          </p:nvPr>
        </p:nvSpPr>
        <p:spPr>
          <a:xfrm>
            <a:off x="6084563" y="2393156"/>
            <a:ext cx="244800" cy="244476"/>
          </a:xfrm>
          <a:prstGeom prst="ellipse">
            <a:avLst/>
          </a:prstGeom>
          <a:solidFill>
            <a:schemeClr val="accent2"/>
          </a:solidFill>
          <a:ln>
            <a:noFill/>
          </a:ln>
        </p:spPr>
        <p:txBody>
          <a:bodyPr lIns="0" tIns="0" b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93" name="Text Placeholder 4">
            <a:extLst>
              <a:ext uri="{FF2B5EF4-FFF2-40B4-BE49-F238E27FC236}">
                <a16:creationId xmlns:a16="http://schemas.microsoft.com/office/drawing/2014/main" id="{4DA7EA65-D654-4DB8-A9CF-6A467149335F}"/>
              </a:ext>
            </a:extLst>
          </p:cNvPr>
          <p:cNvSpPr>
            <a:spLocks noGrp="1"/>
          </p:cNvSpPr>
          <p:nvPr>
            <p:ph type="body" sz="quarter" idx="42" hasCustomPrompt="1"/>
          </p:nvPr>
        </p:nvSpPr>
        <p:spPr>
          <a:xfrm>
            <a:off x="6552876" y="2393156"/>
            <a:ext cx="1171575" cy="244475"/>
          </a:xfrm>
          <a:prstGeom prst="rect">
            <a:avLst/>
          </a:prstGeom>
          <a:solidFill>
            <a:schemeClr val="accent2"/>
          </a:solidFill>
          <a:ln>
            <a:noFill/>
          </a:ln>
        </p:spPr>
        <p:txBody>
          <a:bodyPr lIns="0" tIns="0" rIns="0" bIns="0" anchor="ctr" anchorCtr="0"/>
          <a:lstStyle>
            <a:lvl1pPr marL="0" indent="0" algn="ctr">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Time</a:t>
            </a:r>
          </a:p>
        </p:txBody>
      </p:sp>
      <p:sp>
        <p:nvSpPr>
          <p:cNvPr id="94" name="Text Placeholder 4">
            <a:extLst>
              <a:ext uri="{FF2B5EF4-FFF2-40B4-BE49-F238E27FC236}">
                <a16:creationId xmlns:a16="http://schemas.microsoft.com/office/drawing/2014/main" id="{F2669CD9-F4BE-49A8-9185-3FF652CB568C}"/>
              </a:ext>
            </a:extLst>
          </p:cNvPr>
          <p:cNvSpPr>
            <a:spLocks noGrp="1"/>
          </p:cNvSpPr>
          <p:nvPr>
            <p:ph type="body" sz="quarter" idx="43" hasCustomPrompt="1"/>
          </p:nvPr>
        </p:nvSpPr>
        <p:spPr>
          <a:xfrm>
            <a:off x="7724451" y="2393156"/>
            <a:ext cx="3517900" cy="244475"/>
          </a:xfrm>
          <a:prstGeom prst="rect">
            <a:avLst/>
          </a:prstGeom>
          <a:noFill/>
          <a:ln>
            <a:noFill/>
          </a:ln>
        </p:spPr>
        <p:txBody>
          <a:bodyPr lIns="72000" tIns="0" bIns="0" anchor="ctr" anchorCtr="0"/>
          <a:lstStyle>
            <a:lvl1pPr marL="0" indent="0">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a:t>
            </a:r>
          </a:p>
        </p:txBody>
      </p:sp>
      <p:sp>
        <p:nvSpPr>
          <p:cNvPr id="95" name="Text Placeholder 4">
            <a:extLst>
              <a:ext uri="{FF2B5EF4-FFF2-40B4-BE49-F238E27FC236}">
                <a16:creationId xmlns:a16="http://schemas.microsoft.com/office/drawing/2014/main" id="{217D5BFA-67FA-4C58-9E8B-7B18B48EAADE}"/>
              </a:ext>
            </a:extLst>
          </p:cNvPr>
          <p:cNvSpPr>
            <a:spLocks noGrp="1"/>
          </p:cNvSpPr>
          <p:nvPr>
            <p:ph type="body" sz="quarter" idx="44" hasCustomPrompt="1"/>
          </p:nvPr>
        </p:nvSpPr>
        <p:spPr>
          <a:xfrm>
            <a:off x="6552876" y="2671594"/>
            <a:ext cx="4689475" cy="490539"/>
          </a:xfrm>
          <a:prstGeom prst="rect">
            <a:avLst/>
          </a:prstGeom>
          <a:noFill/>
          <a:ln>
            <a:noFill/>
          </a:ln>
        </p:spPr>
        <p:txBody>
          <a:bodyPr wrap="square" lIns="0" tIns="36000" b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96" name="Text Placeholder 4">
            <a:extLst>
              <a:ext uri="{FF2B5EF4-FFF2-40B4-BE49-F238E27FC236}">
                <a16:creationId xmlns:a16="http://schemas.microsoft.com/office/drawing/2014/main" id="{B192C58A-D10C-4A4B-9052-80B1C30E8475}"/>
              </a:ext>
            </a:extLst>
          </p:cNvPr>
          <p:cNvSpPr>
            <a:spLocks noGrp="1"/>
          </p:cNvSpPr>
          <p:nvPr>
            <p:ph type="body" sz="quarter" idx="45" hasCustomPrompt="1"/>
          </p:nvPr>
        </p:nvSpPr>
        <p:spPr>
          <a:xfrm>
            <a:off x="6084563" y="3379973"/>
            <a:ext cx="244800" cy="244476"/>
          </a:xfrm>
          <a:prstGeom prst="ellipse">
            <a:avLst/>
          </a:prstGeom>
          <a:solidFill>
            <a:schemeClr val="accent2"/>
          </a:solidFill>
          <a:ln>
            <a:noFill/>
          </a:ln>
        </p:spPr>
        <p:txBody>
          <a:bodyPr lIns="0" tIns="0" b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97" name="Text Placeholder 4">
            <a:extLst>
              <a:ext uri="{FF2B5EF4-FFF2-40B4-BE49-F238E27FC236}">
                <a16:creationId xmlns:a16="http://schemas.microsoft.com/office/drawing/2014/main" id="{B9789DD5-E9A1-4E64-8F65-4AFB8A6B36DA}"/>
              </a:ext>
            </a:extLst>
          </p:cNvPr>
          <p:cNvSpPr>
            <a:spLocks noGrp="1"/>
          </p:cNvSpPr>
          <p:nvPr>
            <p:ph type="body" sz="quarter" idx="46" hasCustomPrompt="1"/>
          </p:nvPr>
        </p:nvSpPr>
        <p:spPr>
          <a:xfrm>
            <a:off x="6552876" y="3379973"/>
            <a:ext cx="1171575" cy="244475"/>
          </a:xfrm>
          <a:prstGeom prst="rect">
            <a:avLst/>
          </a:prstGeom>
          <a:solidFill>
            <a:schemeClr val="accent2"/>
          </a:solidFill>
          <a:ln>
            <a:noFill/>
          </a:ln>
        </p:spPr>
        <p:txBody>
          <a:bodyPr lIns="0" tIns="0" rIns="0" bIns="0" anchor="ctr" anchorCtr="0"/>
          <a:lstStyle>
            <a:lvl1pPr marL="0" indent="0" algn="ctr">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Time</a:t>
            </a:r>
          </a:p>
        </p:txBody>
      </p:sp>
      <p:sp>
        <p:nvSpPr>
          <p:cNvPr id="98" name="Text Placeholder 4">
            <a:extLst>
              <a:ext uri="{FF2B5EF4-FFF2-40B4-BE49-F238E27FC236}">
                <a16:creationId xmlns:a16="http://schemas.microsoft.com/office/drawing/2014/main" id="{F70FD0A0-715A-40E7-8728-7DCE268CDF21}"/>
              </a:ext>
            </a:extLst>
          </p:cNvPr>
          <p:cNvSpPr>
            <a:spLocks noGrp="1"/>
          </p:cNvSpPr>
          <p:nvPr>
            <p:ph type="body" sz="quarter" idx="47" hasCustomPrompt="1"/>
          </p:nvPr>
        </p:nvSpPr>
        <p:spPr>
          <a:xfrm>
            <a:off x="7724451" y="3379973"/>
            <a:ext cx="3517900" cy="244475"/>
          </a:xfrm>
          <a:prstGeom prst="rect">
            <a:avLst/>
          </a:prstGeom>
          <a:noFill/>
          <a:ln>
            <a:noFill/>
          </a:ln>
        </p:spPr>
        <p:txBody>
          <a:bodyPr lIns="72000" tIns="0" bIns="0" anchor="ctr" anchorCtr="0"/>
          <a:lstStyle>
            <a:lvl1pPr marL="0" indent="0">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a:t>
            </a:r>
          </a:p>
        </p:txBody>
      </p:sp>
      <p:sp>
        <p:nvSpPr>
          <p:cNvPr id="99" name="Text Placeholder 4">
            <a:extLst>
              <a:ext uri="{FF2B5EF4-FFF2-40B4-BE49-F238E27FC236}">
                <a16:creationId xmlns:a16="http://schemas.microsoft.com/office/drawing/2014/main" id="{FFF6DD47-4CF6-40CF-9420-71E1D6FC780B}"/>
              </a:ext>
            </a:extLst>
          </p:cNvPr>
          <p:cNvSpPr>
            <a:spLocks noGrp="1"/>
          </p:cNvSpPr>
          <p:nvPr>
            <p:ph type="body" sz="quarter" idx="48" hasCustomPrompt="1"/>
          </p:nvPr>
        </p:nvSpPr>
        <p:spPr>
          <a:xfrm>
            <a:off x="6552876" y="3624447"/>
            <a:ext cx="4689475" cy="490539"/>
          </a:xfrm>
          <a:prstGeom prst="rect">
            <a:avLst/>
          </a:prstGeom>
          <a:noFill/>
          <a:ln>
            <a:noFill/>
          </a:ln>
        </p:spPr>
        <p:txBody>
          <a:bodyPr wrap="square" lIns="0" tIns="36000" b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00" name="Text Placeholder 4">
            <a:extLst>
              <a:ext uri="{FF2B5EF4-FFF2-40B4-BE49-F238E27FC236}">
                <a16:creationId xmlns:a16="http://schemas.microsoft.com/office/drawing/2014/main" id="{55DFE118-FDD8-4822-9539-4FA4C41F2232}"/>
              </a:ext>
            </a:extLst>
          </p:cNvPr>
          <p:cNvSpPr>
            <a:spLocks noGrp="1"/>
          </p:cNvSpPr>
          <p:nvPr>
            <p:ph type="body" sz="quarter" idx="49" hasCustomPrompt="1"/>
          </p:nvPr>
        </p:nvSpPr>
        <p:spPr>
          <a:xfrm>
            <a:off x="6084563" y="4353720"/>
            <a:ext cx="244800" cy="244476"/>
          </a:xfrm>
          <a:prstGeom prst="ellipse">
            <a:avLst/>
          </a:prstGeom>
          <a:solidFill>
            <a:schemeClr val="accent2"/>
          </a:solidFill>
          <a:ln>
            <a:noFill/>
          </a:ln>
        </p:spPr>
        <p:txBody>
          <a:bodyPr lIns="0" tIns="0" b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101" name="Text Placeholder 4">
            <a:extLst>
              <a:ext uri="{FF2B5EF4-FFF2-40B4-BE49-F238E27FC236}">
                <a16:creationId xmlns:a16="http://schemas.microsoft.com/office/drawing/2014/main" id="{5EA1A6B3-9BBB-43E8-8831-1CD4E1782EC1}"/>
              </a:ext>
            </a:extLst>
          </p:cNvPr>
          <p:cNvSpPr>
            <a:spLocks noGrp="1"/>
          </p:cNvSpPr>
          <p:nvPr>
            <p:ph type="body" sz="quarter" idx="50" hasCustomPrompt="1"/>
          </p:nvPr>
        </p:nvSpPr>
        <p:spPr>
          <a:xfrm>
            <a:off x="6552876" y="4353720"/>
            <a:ext cx="1171575" cy="244475"/>
          </a:xfrm>
          <a:prstGeom prst="rect">
            <a:avLst/>
          </a:prstGeom>
          <a:solidFill>
            <a:schemeClr val="accent2"/>
          </a:solidFill>
          <a:ln>
            <a:noFill/>
          </a:ln>
        </p:spPr>
        <p:txBody>
          <a:bodyPr lIns="0" tIns="0" rIns="0" bIns="0" anchor="ctr" anchorCtr="0"/>
          <a:lstStyle>
            <a:lvl1pPr marL="0" indent="0" algn="ctr">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Time</a:t>
            </a:r>
          </a:p>
        </p:txBody>
      </p:sp>
      <p:sp>
        <p:nvSpPr>
          <p:cNvPr id="102" name="Text Placeholder 4">
            <a:extLst>
              <a:ext uri="{FF2B5EF4-FFF2-40B4-BE49-F238E27FC236}">
                <a16:creationId xmlns:a16="http://schemas.microsoft.com/office/drawing/2014/main" id="{F7E6C11B-D3C1-49CB-BA9D-D0987C6A1824}"/>
              </a:ext>
            </a:extLst>
          </p:cNvPr>
          <p:cNvSpPr>
            <a:spLocks noGrp="1"/>
          </p:cNvSpPr>
          <p:nvPr>
            <p:ph type="body" sz="quarter" idx="51" hasCustomPrompt="1"/>
          </p:nvPr>
        </p:nvSpPr>
        <p:spPr>
          <a:xfrm>
            <a:off x="7724451" y="4353720"/>
            <a:ext cx="3517900" cy="244475"/>
          </a:xfrm>
          <a:prstGeom prst="rect">
            <a:avLst/>
          </a:prstGeom>
          <a:noFill/>
          <a:ln>
            <a:noFill/>
          </a:ln>
        </p:spPr>
        <p:txBody>
          <a:bodyPr lIns="72000" tIns="0" bIns="0" anchor="ctr" anchorCtr="0"/>
          <a:lstStyle>
            <a:lvl1pPr marL="0" indent="0">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a:t>
            </a:r>
          </a:p>
        </p:txBody>
      </p:sp>
      <p:sp>
        <p:nvSpPr>
          <p:cNvPr id="103" name="Text Placeholder 4">
            <a:extLst>
              <a:ext uri="{FF2B5EF4-FFF2-40B4-BE49-F238E27FC236}">
                <a16:creationId xmlns:a16="http://schemas.microsoft.com/office/drawing/2014/main" id="{0D02CFEC-024B-41F1-869A-0BF99B692F1D}"/>
              </a:ext>
            </a:extLst>
          </p:cNvPr>
          <p:cNvSpPr>
            <a:spLocks noGrp="1"/>
          </p:cNvSpPr>
          <p:nvPr>
            <p:ph type="body" sz="quarter" idx="52" hasCustomPrompt="1"/>
          </p:nvPr>
        </p:nvSpPr>
        <p:spPr>
          <a:xfrm>
            <a:off x="6552876" y="4598194"/>
            <a:ext cx="4689475" cy="490539"/>
          </a:xfrm>
          <a:prstGeom prst="rect">
            <a:avLst/>
          </a:prstGeom>
          <a:noFill/>
          <a:ln>
            <a:noFill/>
          </a:ln>
        </p:spPr>
        <p:txBody>
          <a:bodyPr wrap="square" lIns="0" tIns="36000" b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04" name="Text Placeholder 4">
            <a:extLst>
              <a:ext uri="{FF2B5EF4-FFF2-40B4-BE49-F238E27FC236}">
                <a16:creationId xmlns:a16="http://schemas.microsoft.com/office/drawing/2014/main" id="{5CD0412D-4659-41AF-81B9-21E50913580D}"/>
              </a:ext>
            </a:extLst>
          </p:cNvPr>
          <p:cNvSpPr>
            <a:spLocks noGrp="1"/>
          </p:cNvSpPr>
          <p:nvPr>
            <p:ph type="body" sz="quarter" idx="53" hasCustomPrompt="1"/>
          </p:nvPr>
        </p:nvSpPr>
        <p:spPr>
          <a:xfrm>
            <a:off x="6084563" y="5331619"/>
            <a:ext cx="244800" cy="244476"/>
          </a:xfrm>
          <a:prstGeom prst="ellipse">
            <a:avLst/>
          </a:prstGeom>
          <a:solidFill>
            <a:schemeClr val="accent2"/>
          </a:solidFill>
          <a:ln>
            <a:noFill/>
          </a:ln>
        </p:spPr>
        <p:txBody>
          <a:bodyPr lIns="0" tIns="0" b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105" name="Text Placeholder 4">
            <a:extLst>
              <a:ext uri="{FF2B5EF4-FFF2-40B4-BE49-F238E27FC236}">
                <a16:creationId xmlns:a16="http://schemas.microsoft.com/office/drawing/2014/main" id="{A64D1220-FF37-41E2-894B-F0655197CE0E}"/>
              </a:ext>
            </a:extLst>
          </p:cNvPr>
          <p:cNvSpPr>
            <a:spLocks noGrp="1"/>
          </p:cNvSpPr>
          <p:nvPr>
            <p:ph type="body" sz="quarter" idx="54" hasCustomPrompt="1"/>
          </p:nvPr>
        </p:nvSpPr>
        <p:spPr>
          <a:xfrm>
            <a:off x="6552876" y="5331619"/>
            <a:ext cx="1171575" cy="244475"/>
          </a:xfrm>
          <a:prstGeom prst="rect">
            <a:avLst/>
          </a:prstGeom>
          <a:solidFill>
            <a:schemeClr val="accent2"/>
          </a:solidFill>
          <a:ln>
            <a:noFill/>
          </a:ln>
        </p:spPr>
        <p:txBody>
          <a:bodyPr lIns="0" tIns="0" rIns="0" bIns="0" anchor="ctr" anchorCtr="0"/>
          <a:lstStyle>
            <a:lvl1pPr marL="0" indent="0" algn="ctr">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Time</a:t>
            </a:r>
          </a:p>
        </p:txBody>
      </p:sp>
      <p:sp>
        <p:nvSpPr>
          <p:cNvPr id="106" name="Text Placeholder 4">
            <a:extLst>
              <a:ext uri="{FF2B5EF4-FFF2-40B4-BE49-F238E27FC236}">
                <a16:creationId xmlns:a16="http://schemas.microsoft.com/office/drawing/2014/main" id="{29DC4471-523D-499D-8F31-79B1CEAD6DE9}"/>
              </a:ext>
            </a:extLst>
          </p:cNvPr>
          <p:cNvSpPr>
            <a:spLocks noGrp="1"/>
          </p:cNvSpPr>
          <p:nvPr>
            <p:ph type="body" sz="quarter" idx="55" hasCustomPrompt="1"/>
          </p:nvPr>
        </p:nvSpPr>
        <p:spPr>
          <a:xfrm>
            <a:off x="7724451" y="5331619"/>
            <a:ext cx="3517900" cy="244475"/>
          </a:xfrm>
          <a:prstGeom prst="rect">
            <a:avLst/>
          </a:prstGeom>
          <a:noFill/>
          <a:ln>
            <a:noFill/>
          </a:ln>
        </p:spPr>
        <p:txBody>
          <a:bodyPr lIns="72000" tIns="0" bIns="0" anchor="ctr" anchorCtr="0"/>
          <a:lstStyle>
            <a:lvl1pPr marL="0" indent="0">
              <a:buNone/>
              <a:defRPr sz="11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a:t>
            </a:r>
          </a:p>
        </p:txBody>
      </p:sp>
      <p:sp>
        <p:nvSpPr>
          <p:cNvPr id="107" name="Text Placeholder 4">
            <a:extLst>
              <a:ext uri="{FF2B5EF4-FFF2-40B4-BE49-F238E27FC236}">
                <a16:creationId xmlns:a16="http://schemas.microsoft.com/office/drawing/2014/main" id="{8038A208-21D7-4FBD-BC11-AE7595DDD03A}"/>
              </a:ext>
            </a:extLst>
          </p:cNvPr>
          <p:cNvSpPr>
            <a:spLocks noGrp="1"/>
          </p:cNvSpPr>
          <p:nvPr>
            <p:ph type="body" sz="quarter" idx="56" hasCustomPrompt="1"/>
          </p:nvPr>
        </p:nvSpPr>
        <p:spPr>
          <a:xfrm>
            <a:off x="6552876" y="5576093"/>
            <a:ext cx="4689475" cy="490539"/>
          </a:xfrm>
          <a:prstGeom prst="rect">
            <a:avLst/>
          </a:prstGeom>
          <a:noFill/>
          <a:ln>
            <a:noFill/>
          </a:ln>
        </p:spPr>
        <p:txBody>
          <a:bodyPr wrap="square" lIns="0" tIns="36000" b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4" name="Slide Number Placeholder 2">
            <a:extLst>
              <a:ext uri="{FF2B5EF4-FFF2-40B4-BE49-F238E27FC236}">
                <a16:creationId xmlns:a16="http://schemas.microsoft.com/office/drawing/2014/main" id="{750F6562-C3F3-6FF9-4AA8-B91F8967B2FD}"/>
              </a:ext>
              <a:ext uri="{C183D7F6-B498-43B3-948B-1728B52AA6E4}">
                <adec:decorative xmlns:adec="http://schemas.microsoft.com/office/drawing/2017/decorative" val="1"/>
              </a:ext>
            </a:extLst>
          </p:cNvPr>
          <p:cNvSpPr>
            <a:spLocks noGrp="1"/>
          </p:cNvSpPr>
          <p:nvPr>
            <p:ph type="sldNum" sz="quarter" idx="10"/>
          </p:nvPr>
        </p:nvSpPr>
        <p:spPr>
          <a:xfrm>
            <a:off x="11653284" y="6337005"/>
            <a:ext cx="538716" cy="520995"/>
          </a:xfrm>
        </p:spPr>
        <p:txBody>
          <a:bodyPr/>
          <a:lstStyle>
            <a:lvl1pPr>
              <a:defRPr b="0" i="0">
                <a:solidFill>
                  <a:schemeClr val="tx1"/>
                </a:solidFill>
                <a:latin typeface="Arial" panose="020B0604020202020204" pitchFamily="34" charset="0"/>
              </a:defRPr>
            </a:lvl1pPr>
          </a:lstStyle>
          <a:p>
            <a:fld id="{D78E96AE-B5B5-49FC-BED4-FF80B77E5CAF}" type="slidenum">
              <a:rPr lang="en-DK" smtClean="0"/>
              <a:pPr/>
              <a:t>‹#›</a:t>
            </a:fld>
            <a:endParaRPr lang="en-DK"/>
          </a:p>
        </p:txBody>
      </p:sp>
    </p:spTree>
    <p:extLst>
      <p:ext uri="{BB962C8B-B14F-4D97-AF65-F5344CB8AC3E}">
        <p14:creationId xmlns:p14="http://schemas.microsoft.com/office/powerpoint/2010/main" val="1516193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slide alternativ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D76E5E-984C-12F6-3DCA-232CB6414808}"/>
              </a:ext>
            </a:extLst>
          </p:cNvPr>
          <p:cNvSpPr>
            <a:spLocks noGrp="1"/>
          </p:cNvSpPr>
          <p:nvPr>
            <p:ph type="title"/>
          </p:nvPr>
        </p:nvSpPr>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11" name="Text Placeholder 4">
            <a:extLst>
              <a:ext uri="{FF2B5EF4-FFF2-40B4-BE49-F238E27FC236}">
                <a16:creationId xmlns:a16="http://schemas.microsoft.com/office/drawing/2014/main" id="{6A391357-B7BA-470A-823F-07815B208EEF}"/>
              </a:ext>
            </a:extLst>
          </p:cNvPr>
          <p:cNvSpPr>
            <a:spLocks noGrp="1"/>
          </p:cNvSpPr>
          <p:nvPr>
            <p:ph type="body" sz="quarter" idx="18" hasCustomPrompt="1"/>
          </p:nvPr>
        </p:nvSpPr>
        <p:spPr>
          <a:xfrm>
            <a:off x="479376" y="1412873"/>
            <a:ext cx="244800" cy="244800"/>
          </a:xfrm>
          <a:prstGeom prst="ellipse">
            <a:avLst/>
          </a:prstGeom>
          <a:solidFill>
            <a:schemeClr val="accent2"/>
          </a:solidFill>
          <a:ln>
            <a:noFill/>
          </a:ln>
        </p:spPr>
        <p:txBody>
          <a:bodyPr lIns="0" t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Text Placeholder 4">
            <a:extLst>
              <a:ext uri="{FF2B5EF4-FFF2-40B4-BE49-F238E27FC236}">
                <a16:creationId xmlns:a16="http://schemas.microsoft.com/office/drawing/2014/main" id="{86CE9EA8-1CB0-4D71-B615-06C4135ECCC8}"/>
              </a:ext>
            </a:extLst>
          </p:cNvPr>
          <p:cNvSpPr>
            <a:spLocks noGrp="1"/>
          </p:cNvSpPr>
          <p:nvPr>
            <p:ph type="body" sz="quarter" idx="17" hasCustomPrompt="1"/>
          </p:nvPr>
        </p:nvSpPr>
        <p:spPr>
          <a:xfrm>
            <a:off x="954412" y="1412875"/>
            <a:ext cx="4689475" cy="490539"/>
          </a:xfrm>
          <a:prstGeom prst="rect">
            <a:avLst/>
          </a:prstGeom>
          <a:noFill/>
          <a:ln>
            <a:noFill/>
          </a:ln>
        </p:spPr>
        <p:txBody>
          <a:bodyPr lIns="0" t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72" name="Text Placeholder 4">
            <a:extLst>
              <a:ext uri="{FF2B5EF4-FFF2-40B4-BE49-F238E27FC236}">
                <a16:creationId xmlns:a16="http://schemas.microsoft.com/office/drawing/2014/main" id="{97EC9698-8179-46D0-B096-AB03BB857C18}"/>
              </a:ext>
            </a:extLst>
          </p:cNvPr>
          <p:cNvSpPr>
            <a:spLocks noGrp="1"/>
          </p:cNvSpPr>
          <p:nvPr>
            <p:ph type="body" sz="quarter" idx="21" hasCustomPrompt="1"/>
          </p:nvPr>
        </p:nvSpPr>
        <p:spPr>
          <a:xfrm>
            <a:off x="479375" y="2392360"/>
            <a:ext cx="244800" cy="244800"/>
          </a:xfrm>
          <a:prstGeom prst="ellipse">
            <a:avLst/>
          </a:prstGeom>
          <a:solidFill>
            <a:schemeClr val="accent2"/>
          </a:solidFill>
          <a:ln>
            <a:noFill/>
          </a:ln>
        </p:spPr>
        <p:txBody>
          <a:bodyPr lIns="0" t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75" name="Text Placeholder 4">
            <a:extLst>
              <a:ext uri="{FF2B5EF4-FFF2-40B4-BE49-F238E27FC236}">
                <a16:creationId xmlns:a16="http://schemas.microsoft.com/office/drawing/2014/main" id="{5FD56694-56F2-4263-BDCF-D2EF78873CC4}"/>
              </a:ext>
            </a:extLst>
          </p:cNvPr>
          <p:cNvSpPr>
            <a:spLocks noGrp="1"/>
          </p:cNvSpPr>
          <p:nvPr>
            <p:ph type="body" sz="quarter" idx="24" hasCustomPrompt="1"/>
          </p:nvPr>
        </p:nvSpPr>
        <p:spPr>
          <a:xfrm>
            <a:off x="954412" y="2392362"/>
            <a:ext cx="4689475" cy="490539"/>
          </a:xfrm>
          <a:prstGeom prst="rect">
            <a:avLst/>
          </a:prstGeom>
          <a:noFill/>
          <a:ln>
            <a:noFill/>
          </a:ln>
        </p:spPr>
        <p:txBody>
          <a:bodyPr lIns="0" t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76" name="Text Placeholder 4">
            <a:extLst>
              <a:ext uri="{FF2B5EF4-FFF2-40B4-BE49-F238E27FC236}">
                <a16:creationId xmlns:a16="http://schemas.microsoft.com/office/drawing/2014/main" id="{B1AFF92C-84A5-476A-990E-98043A0E9980}"/>
              </a:ext>
            </a:extLst>
          </p:cNvPr>
          <p:cNvSpPr>
            <a:spLocks noGrp="1"/>
          </p:cNvSpPr>
          <p:nvPr>
            <p:ph type="body" sz="quarter" idx="25" hasCustomPrompt="1"/>
          </p:nvPr>
        </p:nvSpPr>
        <p:spPr>
          <a:xfrm>
            <a:off x="479375" y="3371848"/>
            <a:ext cx="244800" cy="244800"/>
          </a:xfrm>
          <a:prstGeom prst="ellipse">
            <a:avLst/>
          </a:prstGeom>
          <a:solidFill>
            <a:schemeClr val="accent2"/>
          </a:solidFill>
          <a:ln>
            <a:noFill/>
          </a:ln>
        </p:spPr>
        <p:txBody>
          <a:bodyPr lIns="0" t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79" name="Text Placeholder 4">
            <a:extLst>
              <a:ext uri="{FF2B5EF4-FFF2-40B4-BE49-F238E27FC236}">
                <a16:creationId xmlns:a16="http://schemas.microsoft.com/office/drawing/2014/main" id="{A5E99778-16CB-4DBD-B95F-AB1925677ED1}"/>
              </a:ext>
            </a:extLst>
          </p:cNvPr>
          <p:cNvSpPr>
            <a:spLocks noGrp="1"/>
          </p:cNvSpPr>
          <p:nvPr>
            <p:ph type="body" sz="quarter" idx="28" hasCustomPrompt="1"/>
          </p:nvPr>
        </p:nvSpPr>
        <p:spPr>
          <a:xfrm>
            <a:off x="954412" y="3371850"/>
            <a:ext cx="4689475" cy="490539"/>
          </a:xfrm>
          <a:prstGeom prst="rect">
            <a:avLst/>
          </a:prstGeom>
          <a:noFill/>
          <a:ln>
            <a:noFill/>
          </a:ln>
        </p:spPr>
        <p:txBody>
          <a:bodyPr lIns="0" t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80" name="Text Placeholder 4">
            <a:extLst>
              <a:ext uri="{FF2B5EF4-FFF2-40B4-BE49-F238E27FC236}">
                <a16:creationId xmlns:a16="http://schemas.microsoft.com/office/drawing/2014/main" id="{F778F2DE-014C-4F0D-A9E9-DA2A82E4D25A}"/>
              </a:ext>
            </a:extLst>
          </p:cNvPr>
          <p:cNvSpPr>
            <a:spLocks noGrp="1"/>
          </p:cNvSpPr>
          <p:nvPr>
            <p:ph type="body" sz="quarter" idx="29" hasCustomPrompt="1"/>
          </p:nvPr>
        </p:nvSpPr>
        <p:spPr>
          <a:xfrm>
            <a:off x="479375" y="4351335"/>
            <a:ext cx="244800" cy="244800"/>
          </a:xfrm>
          <a:prstGeom prst="ellipse">
            <a:avLst/>
          </a:prstGeom>
          <a:solidFill>
            <a:schemeClr val="accent2"/>
          </a:solidFill>
          <a:ln>
            <a:noFill/>
          </a:ln>
        </p:spPr>
        <p:txBody>
          <a:bodyPr lIns="0" t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83" name="Text Placeholder 4">
            <a:extLst>
              <a:ext uri="{FF2B5EF4-FFF2-40B4-BE49-F238E27FC236}">
                <a16:creationId xmlns:a16="http://schemas.microsoft.com/office/drawing/2014/main" id="{E2947180-A9F5-4967-A441-087E95D36C5C}"/>
              </a:ext>
            </a:extLst>
          </p:cNvPr>
          <p:cNvSpPr>
            <a:spLocks noGrp="1"/>
          </p:cNvSpPr>
          <p:nvPr>
            <p:ph type="body" sz="quarter" idx="32" hasCustomPrompt="1"/>
          </p:nvPr>
        </p:nvSpPr>
        <p:spPr>
          <a:xfrm>
            <a:off x="954412" y="4351337"/>
            <a:ext cx="4689475" cy="490539"/>
          </a:xfrm>
          <a:prstGeom prst="rect">
            <a:avLst/>
          </a:prstGeom>
          <a:noFill/>
          <a:ln>
            <a:noFill/>
          </a:ln>
        </p:spPr>
        <p:txBody>
          <a:bodyPr lIns="0" t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84" name="Text Placeholder 4">
            <a:extLst>
              <a:ext uri="{FF2B5EF4-FFF2-40B4-BE49-F238E27FC236}">
                <a16:creationId xmlns:a16="http://schemas.microsoft.com/office/drawing/2014/main" id="{39BD4D80-FF7C-474E-AAED-37B2D14819DE}"/>
              </a:ext>
            </a:extLst>
          </p:cNvPr>
          <p:cNvSpPr>
            <a:spLocks noGrp="1"/>
          </p:cNvSpPr>
          <p:nvPr>
            <p:ph type="body" sz="quarter" idx="33" hasCustomPrompt="1"/>
          </p:nvPr>
        </p:nvSpPr>
        <p:spPr>
          <a:xfrm>
            <a:off x="479375" y="5332412"/>
            <a:ext cx="244800" cy="244800"/>
          </a:xfrm>
          <a:prstGeom prst="ellipse">
            <a:avLst/>
          </a:prstGeom>
          <a:solidFill>
            <a:schemeClr val="accent2"/>
          </a:solidFill>
          <a:ln>
            <a:noFill/>
          </a:ln>
        </p:spPr>
        <p:txBody>
          <a:bodyPr lIns="0" t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87" name="Text Placeholder 4">
            <a:extLst>
              <a:ext uri="{FF2B5EF4-FFF2-40B4-BE49-F238E27FC236}">
                <a16:creationId xmlns:a16="http://schemas.microsoft.com/office/drawing/2014/main" id="{A5B88609-4BBA-4D09-8339-FEBA494C3CFE}"/>
              </a:ext>
            </a:extLst>
          </p:cNvPr>
          <p:cNvSpPr>
            <a:spLocks noGrp="1"/>
          </p:cNvSpPr>
          <p:nvPr>
            <p:ph type="body" sz="quarter" idx="36" hasCustomPrompt="1"/>
          </p:nvPr>
        </p:nvSpPr>
        <p:spPr>
          <a:xfrm>
            <a:off x="954412" y="5332414"/>
            <a:ext cx="4689475" cy="490539"/>
          </a:xfrm>
          <a:prstGeom prst="rect">
            <a:avLst/>
          </a:prstGeom>
          <a:noFill/>
          <a:ln>
            <a:noFill/>
          </a:ln>
        </p:spPr>
        <p:txBody>
          <a:bodyPr lIns="0" t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88" name="Text Placeholder 4">
            <a:extLst>
              <a:ext uri="{FF2B5EF4-FFF2-40B4-BE49-F238E27FC236}">
                <a16:creationId xmlns:a16="http://schemas.microsoft.com/office/drawing/2014/main" id="{F409586F-A03B-419E-B466-B19300915CE1}"/>
              </a:ext>
            </a:extLst>
          </p:cNvPr>
          <p:cNvSpPr>
            <a:spLocks noGrp="1"/>
          </p:cNvSpPr>
          <p:nvPr>
            <p:ph type="body" sz="quarter" idx="37" hasCustomPrompt="1"/>
          </p:nvPr>
        </p:nvSpPr>
        <p:spPr>
          <a:xfrm>
            <a:off x="5877250" y="1412079"/>
            <a:ext cx="234157" cy="244800"/>
          </a:xfrm>
          <a:prstGeom prst="ellipse">
            <a:avLst/>
          </a:prstGeom>
          <a:solidFill>
            <a:schemeClr val="accent2"/>
          </a:solidFill>
          <a:ln>
            <a:noFill/>
          </a:ln>
        </p:spPr>
        <p:txBody>
          <a:bodyPr lIns="0" t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91" name="Text Placeholder 4">
            <a:extLst>
              <a:ext uri="{FF2B5EF4-FFF2-40B4-BE49-F238E27FC236}">
                <a16:creationId xmlns:a16="http://schemas.microsoft.com/office/drawing/2014/main" id="{3CBF2A71-1039-4940-9D78-9233F021F360}"/>
              </a:ext>
            </a:extLst>
          </p:cNvPr>
          <p:cNvSpPr>
            <a:spLocks noGrp="1"/>
          </p:cNvSpPr>
          <p:nvPr>
            <p:ph type="body" sz="quarter" idx="40" hasCustomPrompt="1"/>
          </p:nvPr>
        </p:nvSpPr>
        <p:spPr>
          <a:xfrm>
            <a:off x="6345562" y="1412081"/>
            <a:ext cx="4689475" cy="490539"/>
          </a:xfrm>
          <a:prstGeom prst="rect">
            <a:avLst/>
          </a:prstGeom>
          <a:noFill/>
          <a:ln>
            <a:noFill/>
          </a:ln>
        </p:spPr>
        <p:txBody>
          <a:bodyPr lIns="0" t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92" name="Text Placeholder 4">
            <a:extLst>
              <a:ext uri="{FF2B5EF4-FFF2-40B4-BE49-F238E27FC236}">
                <a16:creationId xmlns:a16="http://schemas.microsoft.com/office/drawing/2014/main" id="{E5E18FF3-8461-4C32-A9CE-F02679D927A0}"/>
              </a:ext>
            </a:extLst>
          </p:cNvPr>
          <p:cNvSpPr>
            <a:spLocks noGrp="1"/>
          </p:cNvSpPr>
          <p:nvPr>
            <p:ph type="body" sz="quarter" idx="41" hasCustomPrompt="1"/>
          </p:nvPr>
        </p:nvSpPr>
        <p:spPr>
          <a:xfrm>
            <a:off x="5877250" y="2392360"/>
            <a:ext cx="234157" cy="244800"/>
          </a:xfrm>
          <a:prstGeom prst="ellipse">
            <a:avLst/>
          </a:prstGeom>
          <a:solidFill>
            <a:schemeClr val="accent2"/>
          </a:solidFill>
          <a:ln>
            <a:noFill/>
          </a:ln>
        </p:spPr>
        <p:txBody>
          <a:bodyPr lIns="0" t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95" name="Text Placeholder 4">
            <a:extLst>
              <a:ext uri="{FF2B5EF4-FFF2-40B4-BE49-F238E27FC236}">
                <a16:creationId xmlns:a16="http://schemas.microsoft.com/office/drawing/2014/main" id="{217D5BFA-67FA-4C58-9E8B-7B18B48EAADE}"/>
              </a:ext>
            </a:extLst>
          </p:cNvPr>
          <p:cNvSpPr>
            <a:spLocks noGrp="1"/>
          </p:cNvSpPr>
          <p:nvPr>
            <p:ph type="body" sz="quarter" idx="44" hasCustomPrompt="1"/>
          </p:nvPr>
        </p:nvSpPr>
        <p:spPr>
          <a:xfrm>
            <a:off x="6345562" y="2392362"/>
            <a:ext cx="4689475" cy="490539"/>
          </a:xfrm>
          <a:prstGeom prst="rect">
            <a:avLst/>
          </a:prstGeom>
          <a:noFill/>
          <a:ln>
            <a:noFill/>
          </a:ln>
        </p:spPr>
        <p:txBody>
          <a:bodyPr lIns="0" t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96" name="Text Placeholder 4">
            <a:extLst>
              <a:ext uri="{FF2B5EF4-FFF2-40B4-BE49-F238E27FC236}">
                <a16:creationId xmlns:a16="http://schemas.microsoft.com/office/drawing/2014/main" id="{B192C58A-D10C-4A4B-9052-80B1C30E8475}"/>
              </a:ext>
            </a:extLst>
          </p:cNvPr>
          <p:cNvSpPr>
            <a:spLocks noGrp="1"/>
          </p:cNvSpPr>
          <p:nvPr>
            <p:ph type="body" sz="quarter" idx="45" hasCustomPrompt="1"/>
          </p:nvPr>
        </p:nvSpPr>
        <p:spPr>
          <a:xfrm>
            <a:off x="5877250" y="3379177"/>
            <a:ext cx="234157" cy="244800"/>
          </a:xfrm>
          <a:prstGeom prst="ellipse">
            <a:avLst/>
          </a:prstGeom>
          <a:solidFill>
            <a:schemeClr val="accent2"/>
          </a:solidFill>
          <a:ln>
            <a:noFill/>
          </a:ln>
        </p:spPr>
        <p:txBody>
          <a:bodyPr lIns="0" t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99" name="Text Placeholder 4">
            <a:extLst>
              <a:ext uri="{FF2B5EF4-FFF2-40B4-BE49-F238E27FC236}">
                <a16:creationId xmlns:a16="http://schemas.microsoft.com/office/drawing/2014/main" id="{FFF6DD47-4CF6-40CF-9420-71E1D6FC780B}"/>
              </a:ext>
            </a:extLst>
          </p:cNvPr>
          <p:cNvSpPr>
            <a:spLocks noGrp="1"/>
          </p:cNvSpPr>
          <p:nvPr>
            <p:ph type="body" sz="quarter" idx="48" hasCustomPrompt="1"/>
          </p:nvPr>
        </p:nvSpPr>
        <p:spPr>
          <a:xfrm>
            <a:off x="6345562" y="3379179"/>
            <a:ext cx="4689475" cy="490539"/>
          </a:xfrm>
          <a:prstGeom prst="rect">
            <a:avLst/>
          </a:prstGeom>
          <a:noFill/>
          <a:ln>
            <a:noFill/>
          </a:ln>
        </p:spPr>
        <p:txBody>
          <a:bodyPr lIns="0" t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00" name="Text Placeholder 4">
            <a:extLst>
              <a:ext uri="{FF2B5EF4-FFF2-40B4-BE49-F238E27FC236}">
                <a16:creationId xmlns:a16="http://schemas.microsoft.com/office/drawing/2014/main" id="{55DFE118-FDD8-4822-9539-4FA4C41F2232}"/>
              </a:ext>
            </a:extLst>
          </p:cNvPr>
          <p:cNvSpPr>
            <a:spLocks noGrp="1"/>
          </p:cNvSpPr>
          <p:nvPr>
            <p:ph type="body" sz="quarter" idx="49" hasCustomPrompt="1"/>
          </p:nvPr>
        </p:nvSpPr>
        <p:spPr>
          <a:xfrm>
            <a:off x="5877250" y="4352924"/>
            <a:ext cx="234157" cy="244800"/>
          </a:xfrm>
          <a:prstGeom prst="ellipse">
            <a:avLst/>
          </a:prstGeom>
          <a:solidFill>
            <a:schemeClr val="accent2"/>
          </a:solidFill>
          <a:ln>
            <a:noFill/>
          </a:ln>
        </p:spPr>
        <p:txBody>
          <a:bodyPr lIns="0" t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103" name="Text Placeholder 4">
            <a:extLst>
              <a:ext uri="{FF2B5EF4-FFF2-40B4-BE49-F238E27FC236}">
                <a16:creationId xmlns:a16="http://schemas.microsoft.com/office/drawing/2014/main" id="{0D02CFEC-024B-41F1-869A-0BF99B692F1D}"/>
              </a:ext>
            </a:extLst>
          </p:cNvPr>
          <p:cNvSpPr>
            <a:spLocks noGrp="1"/>
          </p:cNvSpPr>
          <p:nvPr>
            <p:ph type="body" sz="quarter" idx="52" hasCustomPrompt="1"/>
          </p:nvPr>
        </p:nvSpPr>
        <p:spPr>
          <a:xfrm>
            <a:off x="6345562" y="4352926"/>
            <a:ext cx="4689475" cy="490539"/>
          </a:xfrm>
          <a:prstGeom prst="rect">
            <a:avLst/>
          </a:prstGeom>
          <a:noFill/>
          <a:ln>
            <a:noFill/>
          </a:ln>
        </p:spPr>
        <p:txBody>
          <a:bodyPr lIns="0" t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104" name="Text Placeholder 4">
            <a:extLst>
              <a:ext uri="{FF2B5EF4-FFF2-40B4-BE49-F238E27FC236}">
                <a16:creationId xmlns:a16="http://schemas.microsoft.com/office/drawing/2014/main" id="{5CD0412D-4659-41AF-81B9-21E50913580D}"/>
              </a:ext>
            </a:extLst>
          </p:cNvPr>
          <p:cNvSpPr>
            <a:spLocks noGrp="1"/>
          </p:cNvSpPr>
          <p:nvPr>
            <p:ph type="body" sz="quarter" idx="53" hasCustomPrompt="1"/>
          </p:nvPr>
        </p:nvSpPr>
        <p:spPr>
          <a:xfrm>
            <a:off x="5877250" y="5330823"/>
            <a:ext cx="234157" cy="244800"/>
          </a:xfrm>
          <a:prstGeom prst="ellipse">
            <a:avLst/>
          </a:prstGeom>
          <a:solidFill>
            <a:schemeClr val="accent2"/>
          </a:solidFill>
          <a:ln>
            <a:noFill/>
          </a:ln>
        </p:spPr>
        <p:txBody>
          <a:bodyPr lIns="0" tIns="0" anchor="ctr" anchorCtr="0"/>
          <a:lstStyle>
            <a:lvl1pPr marL="0" indent="0" algn="ctr">
              <a:buNone/>
              <a:defRPr sz="900" b="1" i="0">
                <a:solidFill>
                  <a:schemeClr val="tx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107" name="Text Placeholder 4">
            <a:extLst>
              <a:ext uri="{FF2B5EF4-FFF2-40B4-BE49-F238E27FC236}">
                <a16:creationId xmlns:a16="http://schemas.microsoft.com/office/drawing/2014/main" id="{8038A208-21D7-4FBD-BC11-AE7595DDD03A}"/>
              </a:ext>
            </a:extLst>
          </p:cNvPr>
          <p:cNvSpPr>
            <a:spLocks noGrp="1"/>
          </p:cNvSpPr>
          <p:nvPr>
            <p:ph type="body" sz="quarter" idx="56" hasCustomPrompt="1"/>
          </p:nvPr>
        </p:nvSpPr>
        <p:spPr>
          <a:xfrm>
            <a:off x="6345562" y="5330825"/>
            <a:ext cx="4689475" cy="490539"/>
          </a:xfrm>
          <a:prstGeom prst="rect">
            <a:avLst/>
          </a:prstGeom>
          <a:noFill/>
          <a:ln>
            <a:noFill/>
          </a:ln>
        </p:spPr>
        <p:txBody>
          <a:bodyPr lIns="0" tIns="0" anchor="t" anchorCtr="0"/>
          <a:lstStyle>
            <a:lvl1pPr marL="0" indent="0">
              <a:buNone/>
              <a:defRPr sz="1300" b="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a:t>Topic</a:t>
            </a:r>
          </a:p>
        </p:txBody>
      </p:sp>
      <p:sp>
        <p:nvSpPr>
          <p:cNvPr id="4" name="Slide Number Placeholder 2">
            <a:extLst>
              <a:ext uri="{FF2B5EF4-FFF2-40B4-BE49-F238E27FC236}">
                <a16:creationId xmlns:a16="http://schemas.microsoft.com/office/drawing/2014/main" id="{40A3DE34-9A7A-9563-C0B9-3DDC733147EF}"/>
              </a:ext>
              <a:ext uri="{C183D7F6-B498-43B3-948B-1728B52AA6E4}">
                <adec:decorative xmlns:adec="http://schemas.microsoft.com/office/drawing/2017/decorative" val="1"/>
              </a:ext>
            </a:extLst>
          </p:cNvPr>
          <p:cNvSpPr>
            <a:spLocks noGrp="1"/>
          </p:cNvSpPr>
          <p:nvPr>
            <p:ph type="sldNum" sz="quarter" idx="10"/>
          </p:nvPr>
        </p:nvSpPr>
        <p:spPr>
          <a:xfrm>
            <a:off x="11653284" y="6337004"/>
            <a:ext cx="538716" cy="520995"/>
          </a:xfrm>
        </p:spPr>
        <p:txBody>
          <a:bodyPr/>
          <a:lstStyle>
            <a:lvl1pPr>
              <a:defRPr b="0" i="0">
                <a:solidFill>
                  <a:schemeClr val="tx1"/>
                </a:solidFill>
                <a:latin typeface="Arial" panose="020B0604020202020204" pitchFamily="34" charset="0"/>
              </a:defRPr>
            </a:lvl1pPr>
          </a:lstStyle>
          <a:p>
            <a:fld id="{D78E96AE-B5B5-49FC-BED4-FF80B77E5CAF}" type="slidenum">
              <a:rPr lang="en-DK" smtClean="0"/>
              <a:pPr/>
              <a:t>‹#›</a:t>
            </a:fld>
            <a:endParaRPr lang="en-DK"/>
          </a:p>
        </p:txBody>
      </p:sp>
    </p:spTree>
    <p:extLst>
      <p:ext uri="{BB962C8B-B14F-4D97-AF65-F5344CB8AC3E}">
        <p14:creationId xmlns:p14="http://schemas.microsoft.com/office/powerpoint/2010/main" val="2869290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peaker slide - 1 perso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D8EF87-FAF1-9831-5AC8-11AD49FDA957}"/>
              </a:ext>
            </a:extLst>
          </p:cNvPr>
          <p:cNvSpPr>
            <a:spLocks noGrp="1"/>
          </p:cNvSpPr>
          <p:nvPr>
            <p:ph type="title"/>
          </p:nvPr>
        </p:nvSpPr>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6" name="Picture Placeholder 5" descr="Headshot">
            <a:extLst>
              <a:ext uri="{FF2B5EF4-FFF2-40B4-BE49-F238E27FC236}">
                <a16:creationId xmlns:a16="http://schemas.microsoft.com/office/drawing/2014/main" id="{A9C755AC-5569-1576-57A7-5DAFF21231B9}"/>
              </a:ext>
            </a:extLst>
          </p:cNvPr>
          <p:cNvSpPr>
            <a:spLocks noGrp="1"/>
          </p:cNvSpPr>
          <p:nvPr>
            <p:ph type="pic" sz="quarter" idx="20"/>
          </p:nvPr>
        </p:nvSpPr>
        <p:spPr>
          <a:xfrm>
            <a:off x="1992312" y="1719262"/>
            <a:ext cx="3419475" cy="3419475"/>
          </a:xfrm>
          <a:prstGeom prst="ellipse">
            <a:avLst/>
          </a:prstGeom>
          <a:solidFill>
            <a:schemeClr val="bg1"/>
          </a:solidFill>
          <a:effectLst/>
        </p:spPr>
        <p:txBody>
          <a:bodyPr/>
          <a:lstStyle>
            <a:lvl1pPr marL="0" indent="0">
              <a:buNone/>
              <a:defRPr b="0" i="0">
                <a:latin typeface="+mn-lt"/>
              </a:defRPr>
            </a:lvl1pPr>
          </a:lstStyle>
          <a:p>
            <a:endParaRPr lang="en-DK"/>
          </a:p>
        </p:txBody>
      </p:sp>
      <p:sp>
        <p:nvSpPr>
          <p:cNvPr id="2" name="Text Placeholder 2">
            <a:extLst>
              <a:ext uri="{FF2B5EF4-FFF2-40B4-BE49-F238E27FC236}">
                <a16:creationId xmlns:a16="http://schemas.microsoft.com/office/drawing/2014/main" id="{4B33B57F-C11F-E2E1-AEE6-FC58F19A01E1}"/>
              </a:ext>
            </a:extLst>
          </p:cNvPr>
          <p:cNvSpPr>
            <a:spLocks noGrp="1"/>
          </p:cNvSpPr>
          <p:nvPr>
            <p:ph type="body" sz="quarter" idx="19"/>
          </p:nvPr>
        </p:nvSpPr>
        <p:spPr>
          <a:xfrm>
            <a:off x="5906336" y="2800206"/>
            <a:ext cx="4452102" cy="394504"/>
          </a:xfrm>
          <a:prstGeom prst="rect">
            <a:avLst/>
          </a:prstGeom>
        </p:spPr>
        <p:txBody>
          <a:bodyPr/>
          <a:lstStyle>
            <a:lvl1pPr marL="0" indent="0" algn="l">
              <a:buNone/>
              <a:defRPr sz="35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8" name="Text Placeholder 2">
            <a:extLst>
              <a:ext uri="{FF2B5EF4-FFF2-40B4-BE49-F238E27FC236}">
                <a16:creationId xmlns:a16="http://schemas.microsoft.com/office/drawing/2014/main" id="{B6EA9652-A6AB-FFD2-EDFD-7AF7D797DBA7}"/>
              </a:ext>
            </a:extLst>
          </p:cNvPr>
          <p:cNvSpPr>
            <a:spLocks noGrp="1"/>
          </p:cNvSpPr>
          <p:nvPr>
            <p:ph type="body" sz="quarter" idx="21"/>
          </p:nvPr>
        </p:nvSpPr>
        <p:spPr>
          <a:xfrm>
            <a:off x="5906336" y="3483319"/>
            <a:ext cx="4452102" cy="662136"/>
          </a:xfrm>
          <a:prstGeom prst="rect">
            <a:avLst/>
          </a:prstGeom>
        </p:spPr>
        <p:txBody>
          <a:bodyPr/>
          <a:lstStyle>
            <a:lvl1pPr marL="0" indent="0" algn="l">
              <a:buNone/>
              <a:defRPr sz="24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pic>
        <p:nvPicPr>
          <p:cNvPr id="4" name="Graphic 3">
            <a:extLst>
              <a:ext uri="{FF2B5EF4-FFF2-40B4-BE49-F238E27FC236}">
                <a16:creationId xmlns:a16="http://schemas.microsoft.com/office/drawing/2014/main" id="{0BE3E8EE-3152-985D-388D-679775F65CF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90807" y="4895075"/>
            <a:ext cx="7065818" cy="3644357"/>
          </a:xfrm>
          <a:prstGeom prst="rect">
            <a:avLst/>
          </a:prstGeom>
        </p:spPr>
      </p:pic>
      <p:sp>
        <p:nvSpPr>
          <p:cNvPr id="7" name="Slide Number Placeholder 2">
            <a:extLst>
              <a:ext uri="{FF2B5EF4-FFF2-40B4-BE49-F238E27FC236}">
                <a16:creationId xmlns:a16="http://schemas.microsoft.com/office/drawing/2014/main" id="{618E60E6-F783-08D1-4BAD-043D7B8A3440}"/>
              </a:ext>
              <a:ext uri="{C183D7F6-B498-43B3-948B-1728B52AA6E4}">
                <adec:decorative xmlns:adec="http://schemas.microsoft.com/office/drawing/2017/decorative" val="1"/>
              </a:ext>
            </a:extLst>
          </p:cNvPr>
          <p:cNvSpPr>
            <a:spLocks noGrp="1"/>
          </p:cNvSpPr>
          <p:nvPr>
            <p:ph type="sldNum" sz="quarter" idx="10"/>
          </p:nvPr>
        </p:nvSpPr>
        <p:spPr>
          <a:xfrm>
            <a:off x="11653284" y="6337005"/>
            <a:ext cx="538716" cy="520995"/>
          </a:xfrm>
        </p:spPr>
        <p:txBody>
          <a:bodyPr/>
          <a:lstStyle>
            <a:lvl1pPr>
              <a:defRPr b="0" i="0">
                <a:solidFill>
                  <a:schemeClr val="tx1"/>
                </a:solidFill>
                <a:latin typeface="Arial" panose="020B0604020202020204" pitchFamily="34" charset="0"/>
              </a:defRPr>
            </a:lvl1pPr>
          </a:lstStyle>
          <a:p>
            <a:fld id="{D78E96AE-B5B5-49FC-BED4-FF80B77E5CAF}" type="slidenum">
              <a:rPr lang="en-DK" smtClean="0"/>
              <a:pPr/>
              <a:t>‹#›</a:t>
            </a:fld>
            <a:endParaRPr lang="en-DK"/>
          </a:p>
        </p:txBody>
      </p:sp>
    </p:spTree>
    <p:extLst>
      <p:ext uri="{BB962C8B-B14F-4D97-AF65-F5344CB8AC3E}">
        <p14:creationId xmlns:p14="http://schemas.microsoft.com/office/powerpoint/2010/main" val="3510165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peaker slide - 2 peop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D8EF87-FAF1-9831-5AC8-11AD49FDA957}"/>
              </a:ext>
            </a:extLst>
          </p:cNvPr>
          <p:cNvSpPr>
            <a:spLocks noGrp="1"/>
          </p:cNvSpPr>
          <p:nvPr>
            <p:ph type="title"/>
          </p:nvPr>
        </p:nvSpPr>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6" name="Picture Placeholder 5" descr="Headshot">
            <a:extLst>
              <a:ext uri="{FF2B5EF4-FFF2-40B4-BE49-F238E27FC236}">
                <a16:creationId xmlns:a16="http://schemas.microsoft.com/office/drawing/2014/main" id="{A9C755AC-5569-1576-57A7-5DAFF21231B9}"/>
              </a:ext>
            </a:extLst>
          </p:cNvPr>
          <p:cNvSpPr>
            <a:spLocks noGrp="1"/>
          </p:cNvSpPr>
          <p:nvPr>
            <p:ph type="pic" sz="quarter" idx="20"/>
          </p:nvPr>
        </p:nvSpPr>
        <p:spPr>
          <a:xfrm>
            <a:off x="2462412" y="1631547"/>
            <a:ext cx="2776941" cy="2776941"/>
          </a:xfrm>
          <a:prstGeom prst="ellipse">
            <a:avLst/>
          </a:prstGeom>
          <a:solidFill>
            <a:schemeClr val="bg1"/>
          </a:solidFill>
          <a:effectLst/>
        </p:spPr>
        <p:txBody>
          <a:bodyPr/>
          <a:lstStyle>
            <a:lvl1pPr marL="0" indent="0">
              <a:buNone/>
              <a:defRPr b="0" i="0">
                <a:latin typeface="+mn-lt"/>
              </a:defRPr>
            </a:lvl1pPr>
          </a:lstStyle>
          <a:p>
            <a:endParaRPr lang="en-DK"/>
          </a:p>
        </p:txBody>
      </p:sp>
      <p:sp>
        <p:nvSpPr>
          <p:cNvPr id="2" name="Text Placeholder 2">
            <a:extLst>
              <a:ext uri="{FF2B5EF4-FFF2-40B4-BE49-F238E27FC236}">
                <a16:creationId xmlns:a16="http://schemas.microsoft.com/office/drawing/2014/main" id="{4B33B57F-C11F-E2E1-AEE6-FC58F19A01E1}"/>
              </a:ext>
            </a:extLst>
          </p:cNvPr>
          <p:cNvSpPr>
            <a:spLocks noGrp="1"/>
          </p:cNvSpPr>
          <p:nvPr>
            <p:ph type="body" sz="quarter" idx="19"/>
          </p:nvPr>
        </p:nvSpPr>
        <p:spPr>
          <a:xfrm>
            <a:off x="2176407" y="4698853"/>
            <a:ext cx="3305982" cy="394504"/>
          </a:xfrm>
          <a:prstGeom prst="rect">
            <a:avLst/>
          </a:prstGeom>
        </p:spPr>
        <p:txBody>
          <a:bodyPr/>
          <a:lstStyle>
            <a:lvl1pPr marL="0" indent="0" algn="ctr">
              <a:buNone/>
              <a:defRPr sz="24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8" name="Text Placeholder 2">
            <a:extLst>
              <a:ext uri="{FF2B5EF4-FFF2-40B4-BE49-F238E27FC236}">
                <a16:creationId xmlns:a16="http://schemas.microsoft.com/office/drawing/2014/main" id="{B6EA9652-A6AB-FFD2-EDFD-7AF7D797DBA7}"/>
              </a:ext>
            </a:extLst>
          </p:cNvPr>
          <p:cNvSpPr>
            <a:spLocks noGrp="1"/>
          </p:cNvSpPr>
          <p:nvPr>
            <p:ph type="body" sz="quarter" idx="21"/>
          </p:nvPr>
        </p:nvSpPr>
        <p:spPr>
          <a:xfrm>
            <a:off x="2480829" y="5127055"/>
            <a:ext cx="2697138" cy="662136"/>
          </a:xfrm>
          <a:prstGeom prst="rect">
            <a:avLst/>
          </a:prstGeom>
        </p:spPr>
        <p:txBody>
          <a:bodyPr/>
          <a:lstStyle>
            <a:lvl1pPr marL="0" indent="0" algn="ctr">
              <a:buNone/>
              <a:defRPr sz="18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18" name="Picture Placeholder 5" descr="Headshot">
            <a:extLst>
              <a:ext uri="{FF2B5EF4-FFF2-40B4-BE49-F238E27FC236}">
                <a16:creationId xmlns:a16="http://schemas.microsoft.com/office/drawing/2014/main" id="{79ACA05B-A141-4605-3D11-19A2B69E1D3A}"/>
              </a:ext>
            </a:extLst>
          </p:cNvPr>
          <p:cNvSpPr>
            <a:spLocks noGrp="1"/>
          </p:cNvSpPr>
          <p:nvPr>
            <p:ph type="pic" sz="quarter" idx="23"/>
          </p:nvPr>
        </p:nvSpPr>
        <p:spPr>
          <a:xfrm>
            <a:off x="6934230" y="1631547"/>
            <a:ext cx="2776941" cy="2776941"/>
          </a:xfrm>
          <a:prstGeom prst="ellipse">
            <a:avLst/>
          </a:prstGeom>
          <a:solidFill>
            <a:schemeClr val="bg1"/>
          </a:solidFill>
          <a:effectLst/>
        </p:spPr>
        <p:txBody>
          <a:bodyPr/>
          <a:lstStyle>
            <a:lvl1pPr marL="0" indent="0">
              <a:buNone/>
              <a:defRPr b="0" i="0">
                <a:latin typeface="+mn-lt"/>
              </a:defRPr>
            </a:lvl1pPr>
          </a:lstStyle>
          <a:p>
            <a:endParaRPr lang="en-DK"/>
          </a:p>
        </p:txBody>
      </p:sp>
      <p:sp>
        <p:nvSpPr>
          <p:cNvPr id="17" name="Text Placeholder 2">
            <a:extLst>
              <a:ext uri="{FF2B5EF4-FFF2-40B4-BE49-F238E27FC236}">
                <a16:creationId xmlns:a16="http://schemas.microsoft.com/office/drawing/2014/main" id="{FA782556-CF3F-2057-71F0-4203252C01CA}"/>
              </a:ext>
            </a:extLst>
          </p:cNvPr>
          <p:cNvSpPr>
            <a:spLocks noGrp="1"/>
          </p:cNvSpPr>
          <p:nvPr>
            <p:ph type="body" sz="quarter" idx="22"/>
          </p:nvPr>
        </p:nvSpPr>
        <p:spPr>
          <a:xfrm>
            <a:off x="6709611" y="4698853"/>
            <a:ext cx="3305982" cy="394504"/>
          </a:xfrm>
          <a:prstGeom prst="rect">
            <a:avLst/>
          </a:prstGeom>
        </p:spPr>
        <p:txBody>
          <a:bodyPr/>
          <a:lstStyle>
            <a:lvl1pPr marL="0" indent="0" algn="ctr">
              <a:buNone/>
              <a:defRPr sz="24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19" name="Text Placeholder 2">
            <a:extLst>
              <a:ext uri="{FF2B5EF4-FFF2-40B4-BE49-F238E27FC236}">
                <a16:creationId xmlns:a16="http://schemas.microsoft.com/office/drawing/2014/main" id="{E76BBB83-F8CD-5059-7221-167BD85EA3A0}"/>
              </a:ext>
            </a:extLst>
          </p:cNvPr>
          <p:cNvSpPr>
            <a:spLocks noGrp="1"/>
          </p:cNvSpPr>
          <p:nvPr>
            <p:ph type="body" sz="quarter" idx="24"/>
          </p:nvPr>
        </p:nvSpPr>
        <p:spPr>
          <a:xfrm>
            <a:off x="7014033" y="5127055"/>
            <a:ext cx="2697138" cy="662136"/>
          </a:xfrm>
          <a:prstGeom prst="rect">
            <a:avLst/>
          </a:prstGeom>
        </p:spPr>
        <p:txBody>
          <a:bodyPr/>
          <a:lstStyle>
            <a:lvl1pPr marL="0" indent="0" algn="ctr">
              <a:buNone/>
              <a:defRPr sz="18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pic>
        <p:nvPicPr>
          <p:cNvPr id="4" name="Graphic 3">
            <a:extLst>
              <a:ext uri="{FF2B5EF4-FFF2-40B4-BE49-F238E27FC236}">
                <a16:creationId xmlns:a16="http://schemas.microsoft.com/office/drawing/2014/main" id="{3219D134-046B-52A2-E508-A9EBF2CB3F5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90807" y="5627641"/>
            <a:ext cx="7065818" cy="3644357"/>
          </a:xfrm>
          <a:prstGeom prst="rect">
            <a:avLst/>
          </a:prstGeom>
        </p:spPr>
      </p:pic>
      <p:sp>
        <p:nvSpPr>
          <p:cNvPr id="7" name="Slide Number Placeholder 2">
            <a:extLst>
              <a:ext uri="{FF2B5EF4-FFF2-40B4-BE49-F238E27FC236}">
                <a16:creationId xmlns:a16="http://schemas.microsoft.com/office/drawing/2014/main" id="{D12EF795-7231-0975-9854-389D38311F6F}"/>
              </a:ext>
              <a:ext uri="{C183D7F6-B498-43B3-948B-1728B52AA6E4}">
                <adec:decorative xmlns:adec="http://schemas.microsoft.com/office/drawing/2017/decorative" val="1"/>
              </a:ext>
            </a:extLst>
          </p:cNvPr>
          <p:cNvSpPr>
            <a:spLocks noGrp="1"/>
          </p:cNvSpPr>
          <p:nvPr>
            <p:ph type="sldNum" sz="quarter" idx="10"/>
          </p:nvPr>
        </p:nvSpPr>
        <p:spPr>
          <a:xfrm>
            <a:off x="11653284" y="6337005"/>
            <a:ext cx="538716" cy="520995"/>
          </a:xfrm>
        </p:spPr>
        <p:txBody>
          <a:bodyPr/>
          <a:lstStyle>
            <a:lvl1pPr>
              <a:defRPr b="0" i="0">
                <a:solidFill>
                  <a:schemeClr val="tx1"/>
                </a:solidFill>
                <a:latin typeface="Arial" panose="020B0604020202020204" pitchFamily="34" charset="0"/>
              </a:defRPr>
            </a:lvl1pPr>
          </a:lstStyle>
          <a:p>
            <a:fld id="{D78E96AE-B5B5-49FC-BED4-FF80B77E5CAF}" type="slidenum">
              <a:rPr lang="en-DK" smtClean="0"/>
              <a:pPr/>
              <a:t>‹#›</a:t>
            </a:fld>
            <a:endParaRPr lang="en-DK"/>
          </a:p>
        </p:txBody>
      </p:sp>
    </p:spTree>
    <p:extLst>
      <p:ext uri="{BB962C8B-B14F-4D97-AF65-F5344CB8AC3E}">
        <p14:creationId xmlns:p14="http://schemas.microsoft.com/office/powerpoint/2010/main" val="1025346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peaker slide - 3 peop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D8EF87-FAF1-9831-5AC8-11AD49FDA957}"/>
              </a:ext>
            </a:extLst>
          </p:cNvPr>
          <p:cNvSpPr>
            <a:spLocks noGrp="1"/>
          </p:cNvSpPr>
          <p:nvPr>
            <p:ph type="title"/>
          </p:nvPr>
        </p:nvSpPr>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6" name="Picture Placeholder 5" descr="Headshot">
            <a:extLst>
              <a:ext uri="{FF2B5EF4-FFF2-40B4-BE49-F238E27FC236}">
                <a16:creationId xmlns:a16="http://schemas.microsoft.com/office/drawing/2014/main" id="{A9C755AC-5569-1576-57A7-5DAFF21231B9}"/>
              </a:ext>
            </a:extLst>
          </p:cNvPr>
          <p:cNvSpPr>
            <a:spLocks noGrp="1"/>
          </p:cNvSpPr>
          <p:nvPr>
            <p:ph type="pic" sz="quarter" idx="20"/>
          </p:nvPr>
        </p:nvSpPr>
        <p:spPr>
          <a:xfrm>
            <a:off x="1406525" y="1759372"/>
            <a:ext cx="2247900" cy="2247900"/>
          </a:xfrm>
          <a:prstGeom prst="ellipse">
            <a:avLst/>
          </a:prstGeom>
          <a:solidFill>
            <a:schemeClr val="bg1"/>
          </a:solidFill>
          <a:effectLst/>
        </p:spPr>
        <p:txBody>
          <a:bodyPr/>
          <a:lstStyle>
            <a:lvl1pPr marL="0" indent="0">
              <a:buNone/>
              <a:defRPr b="0" i="0">
                <a:latin typeface="+mn-lt"/>
                <a:cs typeface="Arial" panose="020B0604020202020204" pitchFamily="34" charset="0"/>
              </a:defRPr>
            </a:lvl1pPr>
          </a:lstStyle>
          <a:p>
            <a:endParaRPr lang="en-DK"/>
          </a:p>
        </p:txBody>
      </p:sp>
      <p:sp>
        <p:nvSpPr>
          <p:cNvPr id="2" name="Text Placeholder 2">
            <a:extLst>
              <a:ext uri="{FF2B5EF4-FFF2-40B4-BE49-F238E27FC236}">
                <a16:creationId xmlns:a16="http://schemas.microsoft.com/office/drawing/2014/main" id="{4B33B57F-C11F-E2E1-AEE6-FC58F19A01E1}"/>
              </a:ext>
            </a:extLst>
          </p:cNvPr>
          <p:cNvSpPr>
            <a:spLocks noGrp="1"/>
          </p:cNvSpPr>
          <p:nvPr>
            <p:ph type="body" sz="quarter" idx="19"/>
          </p:nvPr>
        </p:nvSpPr>
        <p:spPr>
          <a:xfrm>
            <a:off x="877484" y="4297637"/>
            <a:ext cx="3305982" cy="394504"/>
          </a:xfrm>
          <a:prstGeom prst="rect">
            <a:avLst/>
          </a:prstGeom>
        </p:spPr>
        <p:txBody>
          <a:bodyPr/>
          <a:lstStyle>
            <a:lvl1pPr marL="0" indent="0" algn="ctr">
              <a:buNone/>
              <a:defRPr sz="24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8" name="Text Placeholder 2">
            <a:extLst>
              <a:ext uri="{FF2B5EF4-FFF2-40B4-BE49-F238E27FC236}">
                <a16:creationId xmlns:a16="http://schemas.microsoft.com/office/drawing/2014/main" id="{B6EA9652-A6AB-FFD2-EDFD-7AF7D797DBA7}"/>
              </a:ext>
            </a:extLst>
          </p:cNvPr>
          <p:cNvSpPr>
            <a:spLocks noGrp="1"/>
          </p:cNvSpPr>
          <p:nvPr>
            <p:ph type="body" sz="quarter" idx="21"/>
          </p:nvPr>
        </p:nvSpPr>
        <p:spPr>
          <a:xfrm>
            <a:off x="1181906" y="4725839"/>
            <a:ext cx="2697138" cy="662136"/>
          </a:xfrm>
          <a:prstGeom prst="rect">
            <a:avLst/>
          </a:prstGeom>
        </p:spPr>
        <p:txBody>
          <a:bodyPr/>
          <a:lstStyle>
            <a:lvl1pPr marL="0" indent="0" algn="ctr">
              <a:buNone/>
              <a:defRPr sz="18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18" name="Picture Placeholder 5" descr="Headshot">
            <a:extLst>
              <a:ext uri="{FF2B5EF4-FFF2-40B4-BE49-F238E27FC236}">
                <a16:creationId xmlns:a16="http://schemas.microsoft.com/office/drawing/2014/main" id="{79ACA05B-A141-4605-3D11-19A2B69E1D3A}"/>
              </a:ext>
            </a:extLst>
          </p:cNvPr>
          <p:cNvSpPr>
            <a:spLocks noGrp="1"/>
          </p:cNvSpPr>
          <p:nvPr>
            <p:ph type="pic" sz="quarter" idx="23"/>
          </p:nvPr>
        </p:nvSpPr>
        <p:spPr>
          <a:xfrm>
            <a:off x="5016500" y="1759372"/>
            <a:ext cx="2247900" cy="2247900"/>
          </a:xfrm>
          <a:prstGeom prst="ellipse">
            <a:avLst/>
          </a:prstGeom>
          <a:solidFill>
            <a:schemeClr val="bg1"/>
          </a:solidFill>
          <a:effectLst/>
        </p:spPr>
        <p:txBody>
          <a:bodyPr/>
          <a:lstStyle>
            <a:lvl1pPr marL="0" indent="0">
              <a:buNone/>
              <a:defRPr b="0" i="0">
                <a:latin typeface="+mn-lt"/>
                <a:cs typeface="Arial" panose="020B0604020202020204" pitchFamily="34" charset="0"/>
              </a:defRPr>
            </a:lvl1pPr>
          </a:lstStyle>
          <a:p>
            <a:endParaRPr lang="en-DK"/>
          </a:p>
        </p:txBody>
      </p:sp>
      <p:sp>
        <p:nvSpPr>
          <p:cNvPr id="17" name="Text Placeholder 2">
            <a:extLst>
              <a:ext uri="{FF2B5EF4-FFF2-40B4-BE49-F238E27FC236}">
                <a16:creationId xmlns:a16="http://schemas.microsoft.com/office/drawing/2014/main" id="{FA782556-CF3F-2057-71F0-4203252C01CA}"/>
              </a:ext>
            </a:extLst>
          </p:cNvPr>
          <p:cNvSpPr>
            <a:spLocks noGrp="1"/>
          </p:cNvSpPr>
          <p:nvPr>
            <p:ph type="body" sz="quarter" idx="22"/>
          </p:nvPr>
        </p:nvSpPr>
        <p:spPr>
          <a:xfrm>
            <a:off x="4487459" y="4297637"/>
            <a:ext cx="3305982" cy="394504"/>
          </a:xfrm>
          <a:prstGeom prst="rect">
            <a:avLst/>
          </a:prstGeom>
        </p:spPr>
        <p:txBody>
          <a:bodyPr/>
          <a:lstStyle>
            <a:lvl1pPr marL="0" indent="0" algn="ctr">
              <a:buNone/>
              <a:defRPr sz="24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19" name="Text Placeholder 2">
            <a:extLst>
              <a:ext uri="{FF2B5EF4-FFF2-40B4-BE49-F238E27FC236}">
                <a16:creationId xmlns:a16="http://schemas.microsoft.com/office/drawing/2014/main" id="{E76BBB83-F8CD-5059-7221-167BD85EA3A0}"/>
              </a:ext>
            </a:extLst>
          </p:cNvPr>
          <p:cNvSpPr>
            <a:spLocks noGrp="1"/>
          </p:cNvSpPr>
          <p:nvPr>
            <p:ph type="body" sz="quarter" idx="24"/>
          </p:nvPr>
        </p:nvSpPr>
        <p:spPr>
          <a:xfrm>
            <a:off x="4791881" y="4725839"/>
            <a:ext cx="2697138" cy="662136"/>
          </a:xfrm>
          <a:prstGeom prst="rect">
            <a:avLst/>
          </a:prstGeom>
        </p:spPr>
        <p:txBody>
          <a:bodyPr/>
          <a:lstStyle>
            <a:lvl1pPr marL="0" indent="0" algn="ctr">
              <a:buNone/>
              <a:defRPr sz="18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21" name="Picture Placeholder 5">
            <a:extLst>
              <a:ext uri="{FF2B5EF4-FFF2-40B4-BE49-F238E27FC236}">
                <a16:creationId xmlns:a16="http://schemas.microsoft.com/office/drawing/2014/main" id="{C9E421B2-5D37-7DD9-135D-D5C31468192F}"/>
              </a:ext>
            </a:extLst>
          </p:cNvPr>
          <p:cNvSpPr>
            <a:spLocks noGrp="1"/>
          </p:cNvSpPr>
          <p:nvPr>
            <p:ph type="pic" sz="quarter" idx="26"/>
          </p:nvPr>
        </p:nvSpPr>
        <p:spPr>
          <a:xfrm>
            <a:off x="8626475" y="1759372"/>
            <a:ext cx="2247900" cy="2247900"/>
          </a:xfrm>
          <a:prstGeom prst="ellipse">
            <a:avLst/>
          </a:prstGeom>
          <a:solidFill>
            <a:schemeClr val="bg1"/>
          </a:solidFill>
          <a:effectLst/>
        </p:spPr>
        <p:txBody>
          <a:bodyPr/>
          <a:lstStyle>
            <a:lvl1pPr marL="0" indent="0">
              <a:buNone/>
              <a:defRPr b="0" i="0">
                <a:latin typeface="+mn-lt"/>
                <a:cs typeface="Arial" panose="020B0604020202020204" pitchFamily="34" charset="0"/>
              </a:defRPr>
            </a:lvl1pPr>
          </a:lstStyle>
          <a:p>
            <a:endParaRPr lang="en-DK"/>
          </a:p>
        </p:txBody>
      </p:sp>
      <p:sp>
        <p:nvSpPr>
          <p:cNvPr id="20" name="Text Placeholder 2">
            <a:extLst>
              <a:ext uri="{FF2B5EF4-FFF2-40B4-BE49-F238E27FC236}">
                <a16:creationId xmlns:a16="http://schemas.microsoft.com/office/drawing/2014/main" id="{355AA56B-3EB2-B7B0-1B57-F8BB563C2F96}"/>
              </a:ext>
            </a:extLst>
          </p:cNvPr>
          <p:cNvSpPr>
            <a:spLocks noGrp="1"/>
          </p:cNvSpPr>
          <p:nvPr>
            <p:ph type="body" sz="quarter" idx="25"/>
          </p:nvPr>
        </p:nvSpPr>
        <p:spPr>
          <a:xfrm>
            <a:off x="8097434" y="4297637"/>
            <a:ext cx="3305982" cy="394504"/>
          </a:xfrm>
          <a:prstGeom prst="rect">
            <a:avLst/>
          </a:prstGeom>
        </p:spPr>
        <p:txBody>
          <a:bodyPr/>
          <a:lstStyle>
            <a:lvl1pPr marL="0" indent="0" algn="ctr">
              <a:buNone/>
              <a:defRPr sz="24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22" name="Text Placeholder 2">
            <a:extLst>
              <a:ext uri="{FF2B5EF4-FFF2-40B4-BE49-F238E27FC236}">
                <a16:creationId xmlns:a16="http://schemas.microsoft.com/office/drawing/2014/main" id="{FEF7A22E-4E17-5903-36F8-7B2F7ACE710F}"/>
              </a:ext>
            </a:extLst>
          </p:cNvPr>
          <p:cNvSpPr>
            <a:spLocks noGrp="1"/>
          </p:cNvSpPr>
          <p:nvPr>
            <p:ph type="body" sz="quarter" idx="27"/>
          </p:nvPr>
        </p:nvSpPr>
        <p:spPr>
          <a:xfrm>
            <a:off x="8401856" y="4725839"/>
            <a:ext cx="2697138" cy="662136"/>
          </a:xfrm>
          <a:prstGeom prst="rect">
            <a:avLst/>
          </a:prstGeom>
        </p:spPr>
        <p:txBody>
          <a:bodyPr/>
          <a:lstStyle>
            <a:lvl1pPr marL="0" indent="0" algn="ctr">
              <a:buNone/>
              <a:defRPr sz="18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pic>
        <p:nvPicPr>
          <p:cNvPr id="4" name="Graphic 3">
            <a:extLst>
              <a:ext uri="{FF2B5EF4-FFF2-40B4-BE49-F238E27FC236}">
                <a16:creationId xmlns:a16="http://schemas.microsoft.com/office/drawing/2014/main" id="{64F7194B-B467-98AB-4FC7-DA8CC1690A3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90807" y="5627641"/>
            <a:ext cx="7065818" cy="3644357"/>
          </a:xfrm>
          <a:prstGeom prst="rect">
            <a:avLst/>
          </a:prstGeom>
        </p:spPr>
      </p:pic>
      <p:sp>
        <p:nvSpPr>
          <p:cNvPr id="7" name="Slide Number Placeholder 2">
            <a:extLst>
              <a:ext uri="{FF2B5EF4-FFF2-40B4-BE49-F238E27FC236}">
                <a16:creationId xmlns:a16="http://schemas.microsoft.com/office/drawing/2014/main" id="{D0726886-96A3-97C5-E392-BEA56766A141}"/>
              </a:ext>
              <a:ext uri="{C183D7F6-B498-43B3-948B-1728B52AA6E4}">
                <adec:decorative xmlns:adec="http://schemas.microsoft.com/office/drawing/2017/decorative" val="1"/>
              </a:ext>
            </a:extLst>
          </p:cNvPr>
          <p:cNvSpPr>
            <a:spLocks noGrp="1"/>
          </p:cNvSpPr>
          <p:nvPr>
            <p:ph type="sldNum" sz="quarter" idx="10"/>
          </p:nvPr>
        </p:nvSpPr>
        <p:spPr>
          <a:xfrm>
            <a:off x="11653284" y="6337005"/>
            <a:ext cx="538716" cy="520995"/>
          </a:xfrm>
        </p:spPr>
        <p:txBody>
          <a:bodyPr/>
          <a:lstStyle>
            <a:lvl1pPr>
              <a:defRPr b="0" i="0">
                <a:solidFill>
                  <a:schemeClr val="tx1"/>
                </a:solidFill>
                <a:latin typeface="Arial" panose="020B0604020202020204" pitchFamily="34" charset="0"/>
              </a:defRPr>
            </a:lvl1pPr>
          </a:lstStyle>
          <a:p>
            <a:fld id="{D78E96AE-B5B5-49FC-BED4-FF80B77E5CAF}" type="slidenum">
              <a:rPr lang="en-DK" smtClean="0"/>
              <a:pPr/>
              <a:t>‹#›</a:t>
            </a:fld>
            <a:endParaRPr lang="en-DK"/>
          </a:p>
        </p:txBody>
      </p:sp>
    </p:spTree>
    <p:extLst>
      <p:ext uri="{BB962C8B-B14F-4D97-AF65-F5344CB8AC3E}">
        <p14:creationId xmlns:p14="http://schemas.microsoft.com/office/powerpoint/2010/main" val="1339531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s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D8EF87-FAF1-9831-5AC8-11AD49FDA957}"/>
              </a:ext>
            </a:extLst>
          </p:cNvPr>
          <p:cNvSpPr>
            <a:spLocks noGrp="1"/>
          </p:cNvSpPr>
          <p:nvPr>
            <p:ph type="title"/>
          </p:nvPr>
        </p:nvSpPr>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6" name="Picture Placeholder 5" descr="Headshot">
            <a:extLst>
              <a:ext uri="{FF2B5EF4-FFF2-40B4-BE49-F238E27FC236}">
                <a16:creationId xmlns:a16="http://schemas.microsoft.com/office/drawing/2014/main" id="{A9C755AC-5569-1576-57A7-5DAFF21231B9}"/>
              </a:ext>
            </a:extLst>
          </p:cNvPr>
          <p:cNvSpPr>
            <a:spLocks noGrp="1"/>
          </p:cNvSpPr>
          <p:nvPr>
            <p:ph type="pic" sz="quarter" idx="20"/>
          </p:nvPr>
        </p:nvSpPr>
        <p:spPr>
          <a:xfrm>
            <a:off x="409451" y="1516706"/>
            <a:ext cx="850900" cy="850900"/>
          </a:xfrm>
          <a:prstGeom prst="ellipse">
            <a:avLst/>
          </a:prstGeom>
          <a:solidFill>
            <a:schemeClr val="bg1"/>
          </a:solidFill>
          <a:effectLst/>
        </p:spPr>
        <p:txBody>
          <a:bodyPr/>
          <a:lstStyle>
            <a:lvl1pPr marL="0" indent="0">
              <a:buNone/>
              <a:defRPr sz="1200" b="0" i="0">
                <a:latin typeface="+mn-lt"/>
              </a:defRPr>
            </a:lvl1pPr>
          </a:lstStyle>
          <a:p>
            <a:endParaRPr lang="en-DK"/>
          </a:p>
        </p:txBody>
      </p:sp>
      <p:sp>
        <p:nvSpPr>
          <p:cNvPr id="2" name="Text Placeholder 2">
            <a:extLst>
              <a:ext uri="{FF2B5EF4-FFF2-40B4-BE49-F238E27FC236}">
                <a16:creationId xmlns:a16="http://schemas.microsoft.com/office/drawing/2014/main" id="{4B33B57F-C11F-E2E1-AEE6-FC58F19A01E1}"/>
              </a:ext>
            </a:extLst>
          </p:cNvPr>
          <p:cNvSpPr>
            <a:spLocks noGrp="1"/>
          </p:cNvSpPr>
          <p:nvPr>
            <p:ph type="body" sz="quarter" idx="19"/>
          </p:nvPr>
        </p:nvSpPr>
        <p:spPr>
          <a:xfrm>
            <a:off x="1468315" y="1649801"/>
            <a:ext cx="2370713" cy="332827"/>
          </a:xfrm>
          <a:prstGeom prst="rect">
            <a:avLst/>
          </a:prstGeom>
        </p:spPr>
        <p:txBody>
          <a:bodyPr/>
          <a:lstStyle>
            <a:lvl1pPr marL="0" indent="0" algn="l">
              <a:buNone/>
              <a:defRPr sz="18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8" name="Text Placeholder 2">
            <a:extLst>
              <a:ext uri="{FF2B5EF4-FFF2-40B4-BE49-F238E27FC236}">
                <a16:creationId xmlns:a16="http://schemas.microsoft.com/office/drawing/2014/main" id="{B6EA9652-A6AB-FFD2-EDFD-7AF7D797DBA7}"/>
              </a:ext>
            </a:extLst>
          </p:cNvPr>
          <p:cNvSpPr>
            <a:spLocks noGrp="1"/>
          </p:cNvSpPr>
          <p:nvPr>
            <p:ph type="body" sz="quarter" idx="21"/>
          </p:nvPr>
        </p:nvSpPr>
        <p:spPr>
          <a:xfrm>
            <a:off x="1468316" y="2007962"/>
            <a:ext cx="2370712" cy="331068"/>
          </a:xfrm>
          <a:prstGeom prst="rect">
            <a:avLst/>
          </a:prstGeom>
        </p:spPr>
        <p:txBody>
          <a:bodyPr/>
          <a:lstStyle>
            <a:lvl1pPr marL="0" indent="0" algn="l">
              <a:buNone/>
              <a:defRPr sz="14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7" name="Picture Placeholder 5" descr="Headshot">
            <a:extLst>
              <a:ext uri="{FF2B5EF4-FFF2-40B4-BE49-F238E27FC236}">
                <a16:creationId xmlns:a16="http://schemas.microsoft.com/office/drawing/2014/main" id="{19CC7A62-5C04-A0F1-E4BA-AA691DB797B4}"/>
              </a:ext>
            </a:extLst>
          </p:cNvPr>
          <p:cNvSpPr>
            <a:spLocks noGrp="1"/>
          </p:cNvSpPr>
          <p:nvPr>
            <p:ph type="pic" sz="quarter" idx="22"/>
          </p:nvPr>
        </p:nvSpPr>
        <p:spPr>
          <a:xfrm>
            <a:off x="409451" y="2670592"/>
            <a:ext cx="850900" cy="850900"/>
          </a:xfrm>
          <a:prstGeom prst="ellipse">
            <a:avLst/>
          </a:prstGeom>
          <a:solidFill>
            <a:schemeClr val="bg1"/>
          </a:solidFill>
          <a:effectLst/>
        </p:spPr>
        <p:txBody>
          <a:bodyPr/>
          <a:lstStyle>
            <a:lvl1pPr marL="0" indent="0">
              <a:buNone/>
              <a:defRPr sz="1200" b="0" i="0">
                <a:latin typeface="+mn-lt"/>
              </a:defRPr>
            </a:lvl1pPr>
          </a:lstStyle>
          <a:p>
            <a:endParaRPr lang="en-DK"/>
          </a:p>
        </p:txBody>
      </p:sp>
      <p:sp>
        <p:nvSpPr>
          <p:cNvPr id="9" name="Text Placeholder 2">
            <a:extLst>
              <a:ext uri="{FF2B5EF4-FFF2-40B4-BE49-F238E27FC236}">
                <a16:creationId xmlns:a16="http://schemas.microsoft.com/office/drawing/2014/main" id="{A77149B4-8CE4-B6CC-6BE6-517DFEA572B8}"/>
              </a:ext>
            </a:extLst>
          </p:cNvPr>
          <p:cNvSpPr>
            <a:spLocks noGrp="1"/>
          </p:cNvSpPr>
          <p:nvPr>
            <p:ph type="body" sz="quarter" idx="23"/>
          </p:nvPr>
        </p:nvSpPr>
        <p:spPr>
          <a:xfrm>
            <a:off x="1468315" y="2803687"/>
            <a:ext cx="2370713" cy="332827"/>
          </a:xfrm>
          <a:prstGeom prst="rect">
            <a:avLst/>
          </a:prstGeom>
        </p:spPr>
        <p:txBody>
          <a:bodyPr/>
          <a:lstStyle>
            <a:lvl1pPr marL="0" indent="0" algn="l">
              <a:buNone/>
              <a:defRPr sz="18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10" name="Text Placeholder 2">
            <a:extLst>
              <a:ext uri="{FF2B5EF4-FFF2-40B4-BE49-F238E27FC236}">
                <a16:creationId xmlns:a16="http://schemas.microsoft.com/office/drawing/2014/main" id="{C169BF9F-D340-E154-1E7B-C604E92C87EE}"/>
              </a:ext>
            </a:extLst>
          </p:cNvPr>
          <p:cNvSpPr>
            <a:spLocks noGrp="1"/>
          </p:cNvSpPr>
          <p:nvPr>
            <p:ph type="body" sz="quarter" idx="24"/>
          </p:nvPr>
        </p:nvSpPr>
        <p:spPr>
          <a:xfrm>
            <a:off x="1468316" y="3161848"/>
            <a:ext cx="2370712" cy="331068"/>
          </a:xfrm>
          <a:prstGeom prst="rect">
            <a:avLst/>
          </a:prstGeom>
        </p:spPr>
        <p:txBody>
          <a:bodyPr/>
          <a:lstStyle>
            <a:lvl1pPr marL="0" indent="0" algn="l">
              <a:buNone/>
              <a:defRPr sz="14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11" name="Picture Placeholder 5" descr="Headshot">
            <a:extLst>
              <a:ext uri="{FF2B5EF4-FFF2-40B4-BE49-F238E27FC236}">
                <a16:creationId xmlns:a16="http://schemas.microsoft.com/office/drawing/2014/main" id="{84FE2DB8-34E9-72AF-BF27-C6FD9E75FC2D}"/>
              </a:ext>
            </a:extLst>
          </p:cNvPr>
          <p:cNvSpPr>
            <a:spLocks noGrp="1"/>
          </p:cNvSpPr>
          <p:nvPr>
            <p:ph type="pic" sz="quarter" idx="25"/>
          </p:nvPr>
        </p:nvSpPr>
        <p:spPr>
          <a:xfrm>
            <a:off x="409451" y="3791821"/>
            <a:ext cx="850900" cy="850900"/>
          </a:xfrm>
          <a:prstGeom prst="ellipse">
            <a:avLst/>
          </a:prstGeom>
          <a:solidFill>
            <a:schemeClr val="bg1"/>
          </a:solidFill>
          <a:effectLst/>
        </p:spPr>
        <p:txBody>
          <a:bodyPr/>
          <a:lstStyle>
            <a:lvl1pPr marL="0" indent="0">
              <a:buNone/>
              <a:defRPr sz="1200" b="0" i="0">
                <a:latin typeface="+mn-lt"/>
              </a:defRPr>
            </a:lvl1pPr>
          </a:lstStyle>
          <a:p>
            <a:endParaRPr lang="en-DK"/>
          </a:p>
        </p:txBody>
      </p:sp>
      <p:sp>
        <p:nvSpPr>
          <p:cNvPr id="12" name="Text Placeholder 2">
            <a:extLst>
              <a:ext uri="{FF2B5EF4-FFF2-40B4-BE49-F238E27FC236}">
                <a16:creationId xmlns:a16="http://schemas.microsoft.com/office/drawing/2014/main" id="{C8928D43-F0C8-2BF7-9BDD-A31140FB5F8D}"/>
              </a:ext>
            </a:extLst>
          </p:cNvPr>
          <p:cNvSpPr>
            <a:spLocks noGrp="1"/>
          </p:cNvSpPr>
          <p:nvPr>
            <p:ph type="body" sz="quarter" idx="26"/>
          </p:nvPr>
        </p:nvSpPr>
        <p:spPr>
          <a:xfrm>
            <a:off x="1468315" y="3924916"/>
            <a:ext cx="2370713" cy="332827"/>
          </a:xfrm>
          <a:prstGeom prst="rect">
            <a:avLst/>
          </a:prstGeom>
        </p:spPr>
        <p:txBody>
          <a:bodyPr/>
          <a:lstStyle>
            <a:lvl1pPr marL="0" indent="0" algn="l">
              <a:buNone/>
              <a:defRPr sz="18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13" name="Text Placeholder 2">
            <a:extLst>
              <a:ext uri="{FF2B5EF4-FFF2-40B4-BE49-F238E27FC236}">
                <a16:creationId xmlns:a16="http://schemas.microsoft.com/office/drawing/2014/main" id="{26310BDE-B719-E2C4-3565-0169AA0B8DCB}"/>
              </a:ext>
            </a:extLst>
          </p:cNvPr>
          <p:cNvSpPr>
            <a:spLocks noGrp="1"/>
          </p:cNvSpPr>
          <p:nvPr>
            <p:ph type="body" sz="quarter" idx="27"/>
          </p:nvPr>
        </p:nvSpPr>
        <p:spPr>
          <a:xfrm>
            <a:off x="1468316" y="4283077"/>
            <a:ext cx="2370712" cy="331068"/>
          </a:xfrm>
          <a:prstGeom prst="rect">
            <a:avLst/>
          </a:prstGeom>
        </p:spPr>
        <p:txBody>
          <a:bodyPr/>
          <a:lstStyle>
            <a:lvl1pPr marL="0" indent="0" algn="l">
              <a:buNone/>
              <a:defRPr sz="14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14" name="Picture Placeholder 5" descr="Headshot">
            <a:extLst>
              <a:ext uri="{FF2B5EF4-FFF2-40B4-BE49-F238E27FC236}">
                <a16:creationId xmlns:a16="http://schemas.microsoft.com/office/drawing/2014/main" id="{0E87A337-3330-CE6C-B758-C43BBB4FDDDB}"/>
              </a:ext>
            </a:extLst>
          </p:cNvPr>
          <p:cNvSpPr>
            <a:spLocks noGrp="1"/>
          </p:cNvSpPr>
          <p:nvPr>
            <p:ph type="pic" sz="quarter" idx="28"/>
          </p:nvPr>
        </p:nvSpPr>
        <p:spPr>
          <a:xfrm>
            <a:off x="409451" y="4902164"/>
            <a:ext cx="850900" cy="850900"/>
          </a:xfrm>
          <a:prstGeom prst="ellipse">
            <a:avLst/>
          </a:prstGeom>
          <a:solidFill>
            <a:schemeClr val="bg1"/>
          </a:solidFill>
          <a:effectLst/>
        </p:spPr>
        <p:txBody>
          <a:bodyPr/>
          <a:lstStyle>
            <a:lvl1pPr marL="0" indent="0">
              <a:buNone/>
              <a:defRPr sz="1200" b="0" i="0">
                <a:latin typeface="+mn-lt"/>
              </a:defRPr>
            </a:lvl1pPr>
          </a:lstStyle>
          <a:p>
            <a:endParaRPr lang="en-DK"/>
          </a:p>
        </p:txBody>
      </p:sp>
      <p:sp>
        <p:nvSpPr>
          <p:cNvPr id="15" name="Text Placeholder 2">
            <a:extLst>
              <a:ext uri="{FF2B5EF4-FFF2-40B4-BE49-F238E27FC236}">
                <a16:creationId xmlns:a16="http://schemas.microsoft.com/office/drawing/2014/main" id="{7BF966A3-2885-2184-7388-69D3DD4EF5A7}"/>
              </a:ext>
            </a:extLst>
          </p:cNvPr>
          <p:cNvSpPr>
            <a:spLocks noGrp="1"/>
          </p:cNvSpPr>
          <p:nvPr>
            <p:ph type="body" sz="quarter" idx="29"/>
          </p:nvPr>
        </p:nvSpPr>
        <p:spPr>
          <a:xfrm>
            <a:off x="1468315" y="5035259"/>
            <a:ext cx="2370713" cy="332827"/>
          </a:xfrm>
          <a:prstGeom prst="rect">
            <a:avLst/>
          </a:prstGeom>
        </p:spPr>
        <p:txBody>
          <a:bodyPr/>
          <a:lstStyle>
            <a:lvl1pPr marL="0" indent="0" algn="l">
              <a:buNone/>
              <a:defRPr sz="18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16" name="Text Placeholder 2">
            <a:extLst>
              <a:ext uri="{FF2B5EF4-FFF2-40B4-BE49-F238E27FC236}">
                <a16:creationId xmlns:a16="http://schemas.microsoft.com/office/drawing/2014/main" id="{037706D8-B9A3-CECE-8458-D8F9E1DA4B51}"/>
              </a:ext>
            </a:extLst>
          </p:cNvPr>
          <p:cNvSpPr>
            <a:spLocks noGrp="1"/>
          </p:cNvSpPr>
          <p:nvPr>
            <p:ph type="body" sz="quarter" idx="30"/>
          </p:nvPr>
        </p:nvSpPr>
        <p:spPr>
          <a:xfrm>
            <a:off x="1468316" y="5393420"/>
            <a:ext cx="2370712" cy="331068"/>
          </a:xfrm>
          <a:prstGeom prst="rect">
            <a:avLst/>
          </a:prstGeom>
        </p:spPr>
        <p:txBody>
          <a:bodyPr/>
          <a:lstStyle>
            <a:lvl1pPr marL="0" indent="0" algn="l">
              <a:buNone/>
              <a:defRPr sz="14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23" name="Picture Placeholder 5" descr="Headshot">
            <a:extLst>
              <a:ext uri="{FF2B5EF4-FFF2-40B4-BE49-F238E27FC236}">
                <a16:creationId xmlns:a16="http://schemas.microsoft.com/office/drawing/2014/main" id="{EB03D789-D16A-BF6D-BF39-D2EE2355F7C4}"/>
              </a:ext>
            </a:extLst>
          </p:cNvPr>
          <p:cNvSpPr>
            <a:spLocks noGrp="1"/>
          </p:cNvSpPr>
          <p:nvPr>
            <p:ph type="pic" sz="quarter" idx="31"/>
          </p:nvPr>
        </p:nvSpPr>
        <p:spPr>
          <a:xfrm>
            <a:off x="4386680" y="1516706"/>
            <a:ext cx="850900" cy="850900"/>
          </a:xfrm>
          <a:prstGeom prst="ellipse">
            <a:avLst/>
          </a:prstGeom>
          <a:solidFill>
            <a:schemeClr val="bg1"/>
          </a:solidFill>
          <a:effectLst/>
        </p:spPr>
        <p:txBody>
          <a:bodyPr/>
          <a:lstStyle>
            <a:lvl1pPr marL="0" indent="0">
              <a:buNone/>
              <a:defRPr sz="1200" b="0" i="0">
                <a:latin typeface="+mn-lt"/>
              </a:defRPr>
            </a:lvl1pPr>
          </a:lstStyle>
          <a:p>
            <a:endParaRPr lang="en-DK"/>
          </a:p>
        </p:txBody>
      </p:sp>
      <p:sp>
        <p:nvSpPr>
          <p:cNvPr id="24" name="Text Placeholder 2">
            <a:extLst>
              <a:ext uri="{FF2B5EF4-FFF2-40B4-BE49-F238E27FC236}">
                <a16:creationId xmlns:a16="http://schemas.microsoft.com/office/drawing/2014/main" id="{36B80B5E-92D0-9C33-CA40-27429521A5AC}"/>
              </a:ext>
            </a:extLst>
          </p:cNvPr>
          <p:cNvSpPr>
            <a:spLocks noGrp="1"/>
          </p:cNvSpPr>
          <p:nvPr>
            <p:ph type="body" sz="quarter" idx="32"/>
          </p:nvPr>
        </p:nvSpPr>
        <p:spPr>
          <a:xfrm>
            <a:off x="5445544" y="1649801"/>
            <a:ext cx="2370713" cy="332827"/>
          </a:xfrm>
          <a:prstGeom prst="rect">
            <a:avLst/>
          </a:prstGeom>
        </p:spPr>
        <p:txBody>
          <a:bodyPr/>
          <a:lstStyle>
            <a:lvl1pPr marL="0" indent="0" algn="l">
              <a:buNone/>
              <a:defRPr sz="18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25" name="Text Placeholder 2">
            <a:extLst>
              <a:ext uri="{FF2B5EF4-FFF2-40B4-BE49-F238E27FC236}">
                <a16:creationId xmlns:a16="http://schemas.microsoft.com/office/drawing/2014/main" id="{0647DB98-5671-8E0F-B28C-1042F91509DD}"/>
              </a:ext>
            </a:extLst>
          </p:cNvPr>
          <p:cNvSpPr>
            <a:spLocks noGrp="1"/>
          </p:cNvSpPr>
          <p:nvPr>
            <p:ph type="body" sz="quarter" idx="33"/>
          </p:nvPr>
        </p:nvSpPr>
        <p:spPr>
          <a:xfrm>
            <a:off x="5445545" y="2007962"/>
            <a:ext cx="2370712" cy="331068"/>
          </a:xfrm>
          <a:prstGeom prst="rect">
            <a:avLst/>
          </a:prstGeom>
        </p:spPr>
        <p:txBody>
          <a:bodyPr/>
          <a:lstStyle>
            <a:lvl1pPr marL="0" indent="0" algn="l">
              <a:buNone/>
              <a:defRPr sz="14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26" name="Picture Placeholder 5" descr="Headshot">
            <a:extLst>
              <a:ext uri="{FF2B5EF4-FFF2-40B4-BE49-F238E27FC236}">
                <a16:creationId xmlns:a16="http://schemas.microsoft.com/office/drawing/2014/main" id="{64CAC2B3-9294-9E39-4480-D49A477904A9}"/>
              </a:ext>
            </a:extLst>
          </p:cNvPr>
          <p:cNvSpPr>
            <a:spLocks noGrp="1"/>
          </p:cNvSpPr>
          <p:nvPr>
            <p:ph type="pic" sz="quarter" idx="34"/>
          </p:nvPr>
        </p:nvSpPr>
        <p:spPr>
          <a:xfrm>
            <a:off x="4386680" y="2670592"/>
            <a:ext cx="850900" cy="850900"/>
          </a:xfrm>
          <a:prstGeom prst="ellipse">
            <a:avLst/>
          </a:prstGeom>
          <a:solidFill>
            <a:schemeClr val="bg1"/>
          </a:solidFill>
          <a:effectLst/>
        </p:spPr>
        <p:txBody>
          <a:bodyPr/>
          <a:lstStyle>
            <a:lvl1pPr marL="0" indent="0">
              <a:buNone/>
              <a:defRPr sz="1200" b="0" i="0">
                <a:latin typeface="+mn-lt"/>
              </a:defRPr>
            </a:lvl1pPr>
          </a:lstStyle>
          <a:p>
            <a:endParaRPr lang="en-DK"/>
          </a:p>
        </p:txBody>
      </p:sp>
      <p:sp>
        <p:nvSpPr>
          <p:cNvPr id="27" name="Text Placeholder 2">
            <a:extLst>
              <a:ext uri="{FF2B5EF4-FFF2-40B4-BE49-F238E27FC236}">
                <a16:creationId xmlns:a16="http://schemas.microsoft.com/office/drawing/2014/main" id="{F0BB6D0B-D9AE-E611-2054-4DB00A1CCE53}"/>
              </a:ext>
            </a:extLst>
          </p:cNvPr>
          <p:cNvSpPr>
            <a:spLocks noGrp="1"/>
          </p:cNvSpPr>
          <p:nvPr>
            <p:ph type="body" sz="quarter" idx="35"/>
          </p:nvPr>
        </p:nvSpPr>
        <p:spPr>
          <a:xfrm>
            <a:off x="5445544" y="2803687"/>
            <a:ext cx="2370713" cy="332827"/>
          </a:xfrm>
          <a:prstGeom prst="rect">
            <a:avLst/>
          </a:prstGeom>
        </p:spPr>
        <p:txBody>
          <a:bodyPr/>
          <a:lstStyle>
            <a:lvl1pPr marL="0" indent="0" algn="l">
              <a:buNone/>
              <a:defRPr sz="18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28" name="Text Placeholder 2">
            <a:extLst>
              <a:ext uri="{FF2B5EF4-FFF2-40B4-BE49-F238E27FC236}">
                <a16:creationId xmlns:a16="http://schemas.microsoft.com/office/drawing/2014/main" id="{2A7F4D2A-2BA1-453F-0963-4BAB67EF0479}"/>
              </a:ext>
            </a:extLst>
          </p:cNvPr>
          <p:cNvSpPr>
            <a:spLocks noGrp="1"/>
          </p:cNvSpPr>
          <p:nvPr>
            <p:ph type="body" sz="quarter" idx="36"/>
          </p:nvPr>
        </p:nvSpPr>
        <p:spPr>
          <a:xfrm>
            <a:off x="5445545" y="3161848"/>
            <a:ext cx="2370712" cy="331068"/>
          </a:xfrm>
          <a:prstGeom prst="rect">
            <a:avLst/>
          </a:prstGeom>
        </p:spPr>
        <p:txBody>
          <a:bodyPr/>
          <a:lstStyle>
            <a:lvl1pPr marL="0" indent="0" algn="l">
              <a:buNone/>
              <a:defRPr sz="14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29" name="Picture Placeholder 5" descr="Headshot">
            <a:extLst>
              <a:ext uri="{FF2B5EF4-FFF2-40B4-BE49-F238E27FC236}">
                <a16:creationId xmlns:a16="http://schemas.microsoft.com/office/drawing/2014/main" id="{42FCA30F-A5E9-B473-4066-309110FDE1F9}"/>
              </a:ext>
            </a:extLst>
          </p:cNvPr>
          <p:cNvSpPr>
            <a:spLocks noGrp="1"/>
          </p:cNvSpPr>
          <p:nvPr>
            <p:ph type="pic" sz="quarter" idx="37"/>
          </p:nvPr>
        </p:nvSpPr>
        <p:spPr>
          <a:xfrm>
            <a:off x="4386680" y="3791821"/>
            <a:ext cx="850900" cy="850900"/>
          </a:xfrm>
          <a:prstGeom prst="ellipse">
            <a:avLst/>
          </a:prstGeom>
          <a:solidFill>
            <a:schemeClr val="bg1"/>
          </a:solidFill>
          <a:effectLst/>
        </p:spPr>
        <p:txBody>
          <a:bodyPr/>
          <a:lstStyle>
            <a:lvl1pPr marL="0" indent="0">
              <a:buNone/>
              <a:defRPr sz="1200" b="0" i="0">
                <a:latin typeface="+mn-lt"/>
              </a:defRPr>
            </a:lvl1pPr>
          </a:lstStyle>
          <a:p>
            <a:endParaRPr lang="en-DK"/>
          </a:p>
        </p:txBody>
      </p:sp>
      <p:sp>
        <p:nvSpPr>
          <p:cNvPr id="30" name="Text Placeholder 2">
            <a:extLst>
              <a:ext uri="{FF2B5EF4-FFF2-40B4-BE49-F238E27FC236}">
                <a16:creationId xmlns:a16="http://schemas.microsoft.com/office/drawing/2014/main" id="{F263491A-5434-9EB9-82AF-26236B9AABB0}"/>
              </a:ext>
            </a:extLst>
          </p:cNvPr>
          <p:cNvSpPr>
            <a:spLocks noGrp="1"/>
          </p:cNvSpPr>
          <p:nvPr>
            <p:ph type="body" sz="quarter" idx="38"/>
          </p:nvPr>
        </p:nvSpPr>
        <p:spPr>
          <a:xfrm>
            <a:off x="5445544" y="3924916"/>
            <a:ext cx="2370713" cy="332827"/>
          </a:xfrm>
          <a:prstGeom prst="rect">
            <a:avLst/>
          </a:prstGeom>
        </p:spPr>
        <p:txBody>
          <a:bodyPr/>
          <a:lstStyle>
            <a:lvl1pPr marL="0" indent="0" algn="l">
              <a:buNone/>
              <a:defRPr sz="18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31" name="Text Placeholder 2">
            <a:extLst>
              <a:ext uri="{FF2B5EF4-FFF2-40B4-BE49-F238E27FC236}">
                <a16:creationId xmlns:a16="http://schemas.microsoft.com/office/drawing/2014/main" id="{C73D314E-64C9-4145-0AC8-139F7ABFEA17}"/>
              </a:ext>
            </a:extLst>
          </p:cNvPr>
          <p:cNvSpPr>
            <a:spLocks noGrp="1"/>
          </p:cNvSpPr>
          <p:nvPr>
            <p:ph type="body" sz="quarter" idx="39"/>
          </p:nvPr>
        </p:nvSpPr>
        <p:spPr>
          <a:xfrm>
            <a:off x="5445545" y="4283077"/>
            <a:ext cx="2370712" cy="331068"/>
          </a:xfrm>
          <a:prstGeom prst="rect">
            <a:avLst/>
          </a:prstGeom>
        </p:spPr>
        <p:txBody>
          <a:bodyPr/>
          <a:lstStyle>
            <a:lvl1pPr marL="0" indent="0" algn="l">
              <a:buNone/>
              <a:defRPr sz="14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32" name="Picture Placeholder 5" descr="Headshot">
            <a:extLst>
              <a:ext uri="{FF2B5EF4-FFF2-40B4-BE49-F238E27FC236}">
                <a16:creationId xmlns:a16="http://schemas.microsoft.com/office/drawing/2014/main" id="{03273DBB-B886-AC2E-0C83-502F40010394}"/>
              </a:ext>
            </a:extLst>
          </p:cNvPr>
          <p:cNvSpPr>
            <a:spLocks noGrp="1"/>
          </p:cNvSpPr>
          <p:nvPr>
            <p:ph type="pic" sz="quarter" idx="40"/>
          </p:nvPr>
        </p:nvSpPr>
        <p:spPr>
          <a:xfrm>
            <a:off x="4386680" y="4902164"/>
            <a:ext cx="850900" cy="850900"/>
          </a:xfrm>
          <a:prstGeom prst="ellipse">
            <a:avLst/>
          </a:prstGeom>
          <a:solidFill>
            <a:schemeClr val="bg1"/>
          </a:solidFill>
          <a:effectLst/>
        </p:spPr>
        <p:txBody>
          <a:bodyPr/>
          <a:lstStyle>
            <a:lvl1pPr marL="0" indent="0">
              <a:buNone/>
              <a:defRPr sz="1200" b="0" i="0">
                <a:latin typeface="+mn-lt"/>
              </a:defRPr>
            </a:lvl1pPr>
          </a:lstStyle>
          <a:p>
            <a:endParaRPr lang="en-DK"/>
          </a:p>
        </p:txBody>
      </p:sp>
      <p:sp>
        <p:nvSpPr>
          <p:cNvPr id="33" name="Text Placeholder 2">
            <a:extLst>
              <a:ext uri="{FF2B5EF4-FFF2-40B4-BE49-F238E27FC236}">
                <a16:creationId xmlns:a16="http://schemas.microsoft.com/office/drawing/2014/main" id="{FFAC1EE4-BC91-72C9-8152-2ED79AF4CFA9}"/>
              </a:ext>
            </a:extLst>
          </p:cNvPr>
          <p:cNvSpPr>
            <a:spLocks noGrp="1"/>
          </p:cNvSpPr>
          <p:nvPr>
            <p:ph type="body" sz="quarter" idx="41"/>
          </p:nvPr>
        </p:nvSpPr>
        <p:spPr>
          <a:xfrm>
            <a:off x="5445544" y="5035259"/>
            <a:ext cx="2370713" cy="332827"/>
          </a:xfrm>
          <a:prstGeom prst="rect">
            <a:avLst/>
          </a:prstGeom>
        </p:spPr>
        <p:txBody>
          <a:bodyPr/>
          <a:lstStyle>
            <a:lvl1pPr marL="0" indent="0" algn="l">
              <a:buNone/>
              <a:defRPr sz="18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34" name="Text Placeholder 2">
            <a:extLst>
              <a:ext uri="{FF2B5EF4-FFF2-40B4-BE49-F238E27FC236}">
                <a16:creationId xmlns:a16="http://schemas.microsoft.com/office/drawing/2014/main" id="{41F612D1-3FC9-E376-E1C4-749935A4B6A5}"/>
              </a:ext>
            </a:extLst>
          </p:cNvPr>
          <p:cNvSpPr>
            <a:spLocks noGrp="1"/>
          </p:cNvSpPr>
          <p:nvPr>
            <p:ph type="body" sz="quarter" idx="42"/>
          </p:nvPr>
        </p:nvSpPr>
        <p:spPr>
          <a:xfrm>
            <a:off x="5445545" y="5393420"/>
            <a:ext cx="2370712" cy="331068"/>
          </a:xfrm>
          <a:prstGeom prst="rect">
            <a:avLst/>
          </a:prstGeom>
        </p:spPr>
        <p:txBody>
          <a:bodyPr/>
          <a:lstStyle>
            <a:lvl1pPr marL="0" indent="0" algn="l">
              <a:buNone/>
              <a:defRPr sz="14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35" name="Picture Placeholder 5" descr="Headshot">
            <a:extLst>
              <a:ext uri="{FF2B5EF4-FFF2-40B4-BE49-F238E27FC236}">
                <a16:creationId xmlns:a16="http://schemas.microsoft.com/office/drawing/2014/main" id="{D9C5DA60-C804-117A-6CE6-6E75CBBAE57E}"/>
              </a:ext>
            </a:extLst>
          </p:cNvPr>
          <p:cNvSpPr>
            <a:spLocks noGrp="1"/>
          </p:cNvSpPr>
          <p:nvPr>
            <p:ph type="pic" sz="quarter" idx="43"/>
          </p:nvPr>
        </p:nvSpPr>
        <p:spPr>
          <a:xfrm>
            <a:off x="8352972" y="1516706"/>
            <a:ext cx="850900" cy="850900"/>
          </a:xfrm>
          <a:prstGeom prst="ellipse">
            <a:avLst/>
          </a:prstGeom>
          <a:solidFill>
            <a:schemeClr val="bg1"/>
          </a:solidFill>
          <a:effectLst/>
        </p:spPr>
        <p:txBody>
          <a:bodyPr/>
          <a:lstStyle>
            <a:lvl1pPr marL="0" indent="0">
              <a:buNone/>
              <a:defRPr sz="1200" b="0" i="0">
                <a:latin typeface="+mn-lt"/>
              </a:defRPr>
            </a:lvl1pPr>
          </a:lstStyle>
          <a:p>
            <a:endParaRPr lang="en-DK"/>
          </a:p>
        </p:txBody>
      </p:sp>
      <p:sp>
        <p:nvSpPr>
          <p:cNvPr id="36" name="Text Placeholder 2">
            <a:extLst>
              <a:ext uri="{FF2B5EF4-FFF2-40B4-BE49-F238E27FC236}">
                <a16:creationId xmlns:a16="http://schemas.microsoft.com/office/drawing/2014/main" id="{50504069-3931-FC37-02D5-9042547623F6}"/>
              </a:ext>
            </a:extLst>
          </p:cNvPr>
          <p:cNvSpPr>
            <a:spLocks noGrp="1"/>
          </p:cNvSpPr>
          <p:nvPr>
            <p:ph type="body" sz="quarter" idx="44"/>
          </p:nvPr>
        </p:nvSpPr>
        <p:spPr>
          <a:xfrm>
            <a:off x="9411836" y="1649801"/>
            <a:ext cx="2370713" cy="332827"/>
          </a:xfrm>
          <a:prstGeom prst="rect">
            <a:avLst/>
          </a:prstGeom>
        </p:spPr>
        <p:txBody>
          <a:bodyPr/>
          <a:lstStyle>
            <a:lvl1pPr marL="0" indent="0" algn="l">
              <a:buNone/>
              <a:defRPr sz="18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37" name="Text Placeholder 2">
            <a:extLst>
              <a:ext uri="{FF2B5EF4-FFF2-40B4-BE49-F238E27FC236}">
                <a16:creationId xmlns:a16="http://schemas.microsoft.com/office/drawing/2014/main" id="{4EC01C30-CE79-C4E4-F2B2-FB965DBCB4FD}"/>
              </a:ext>
            </a:extLst>
          </p:cNvPr>
          <p:cNvSpPr>
            <a:spLocks noGrp="1"/>
          </p:cNvSpPr>
          <p:nvPr>
            <p:ph type="body" sz="quarter" idx="45"/>
          </p:nvPr>
        </p:nvSpPr>
        <p:spPr>
          <a:xfrm>
            <a:off x="9411837" y="2007962"/>
            <a:ext cx="2370712" cy="331068"/>
          </a:xfrm>
          <a:prstGeom prst="rect">
            <a:avLst/>
          </a:prstGeom>
        </p:spPr>
        <p:txBody>
          <a:bodyPr/>
          <a:lstStyle>
            <a:lvl1pPr marL="0" indent="0" algn="l">
              <a:buNone/>
              <a:defRPr sz="14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38" name="Picture Placeholder 5" descr="Headshot">
            <a:extLst>
              <a:ext uri="{FF2B5EF4-FFF2-40B4-BE49-F238E27FC236}">
                <a16:creationId xmlns:a16="http://schemas.microsoft.com/office/drawing/2014/main" id="{80CE4D42-D5BC-5FD4-519A-BAD980712757}"/>
              </a:ext>
            </a:extLst>
          </p:cNvPr>
          <p:cNvSpPr>
            <a:spLocks noGrp="1"/>
          </p:cNvSpPr>
          <p:nvPr>
            <p:ph type="pic" sz="quarter" idx="46"/>
          </p:nvPr>
        </p:nvSpPr>
        <p:spPr>
          <a:xfrm>
            <a:off x="8352972" y="2670592"/>
            <a:ext cx="850900" cy="850900"/>
          </a:xfrm>
          <a:prstGeom prst="ellipse">
            <a:avLst/>
          </a:prstGeom>
          <a:solidFill>
            <a:schemeClr val="bg1"/>
          </a:solidFill>
          <a:effectLst/>
        </p:spPr>
        <p:txBody>
          <a:bodyPr/>
          <a:lstStyle>
            <a:lvl1pPr marL="0" indent="0">
              <a:buNone/>
              <a:defRPr sz="1200" b="0" i="0">
                <a:latin typeface="+mn-lt"/>
              </a:defRPr>
            </a:lvl1pPr>
          </a:lstStyle>
          <a:p>
            <a:endParaRPr lang="en-DK"/>
          </a:p>
        </p:txBody>
      </p:sp>
      <p:sp>
        <p:nvSpPr>
          <p:cNvPr id="39" name="Text Placeholder 2">
            <a:extLst>
              <a:ext uri="{FF2B5EF4-FFF2-40B4-BE49-F238E27FC236}">
                <a16:creationId xmlns:a16="http://schemas.microsoft.com/office/drawing/2014/main" id="{013008FA-E862-83D1-44A7-76CF0490CBB6}"/>
              </a:ext>
            </a:extLst>
          </p:cNvPr>
          <p:cNvSpPr>
            <a:spLocks noGrp="1"/>
          </p:cNvSpPr>
          <p:nvPr>
            <p:ph type="body" sz="quarter" idx="47"/>
          </p:nvPr>
        </p:nvSpPr>
        <p:spPr>
          <a:xfrm>
            <a:off x="9411836" y="2803687"/>
            <a:ext cx="2370713" cy="332827"/>
          </a:xfrm>
          <a:prstGeom prst="rect">
            <a:avLst/>
          </a:prstGeom>
        </p:spPr>
        <p:txBody>
          <a:bodyPr/>
          <a:lstStyle>
            <a:lvl1pPr marL="0" indent="0" algn="l">
              <a:buNone/>
              <a:defRPr sz="18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40" name="Text Placeholder 2">
            <a:extLst>
              <a:ext uri="{FF2B5EF4-FFF2-40B4-BE49-F238E27FC236}">
                <a16:creationId xmlns:a16="http://schemas.microsoft.com/office/drawing/2014/main" id="{0126DD52-CA14-B247-7A5E-BEBF689EF3A2}"/>
              </a:ext>
            </a:extLst>
          </p:cNvPr>
          <p:cNvSpPr>
            <a:spLocks noGrp="1"/>
          </p:cNvSpPr>
          <p:nvPr>
            <p:ph type="body" sz="quarter" idx="48"/>
          </p:nvPr>
        </p:nvSpPr>
        <p:spPr>
          <a:xfrm>
            <a:off x="9411837" y="3161848"/>
            <a:ext cx="2370712" cy="331068"/>
          </a:xfrm>
          <a:prstGeom prst="rect">
            <a:avLst/>
          </a:prstGeom>
        </p:spPr>
        <p:txBody>
          <a:bodyPr/>
          <a:lstStyle>
            <a:lvl1pPr marL="0" indent="0" algn="l">
              <a:buNone/>
              <a:defRPr sz="14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41" name="Picture Placeholder 5" descr="Headshot">
            <a:extLst>
              <a:ext uri="{FF2B5EF4-FFF2-40B4-BE49-F238E27FC236}">
                <a16:creationId xmlns:a16="http://schemas.microsoft.com/office/drawing/2014/main" id="{7BCFB116-6410-C3CD-E064-CB457E8DE3BF}"/>
              </a:ext>
            </a:extLst>
          </p:cNvPr>
          <p:cNvSpPr>
            <a:spLocks noGrp="1"/>
          </p:cNvSpPr>
          <p:nvPr>
            <p:ph type="pic" sz="quarter" idx="49"/>
          </p:nvPr>
        </p:nvSpPr>
        <p:spPr>
          <a:xfrm>
            <a:off x="8352972" y="3791821"/>
            <a:ext cx="850900" cy="850900"/>
          </a:xfrm>
          <a:prstGeom prst="ellipse">
            <a:avLst/>
          </a:prstGeom>
          <a:solidFill>
            <a:schemeClr val="bg1"/>
          </a:solidFill>
          <a:effectLst/>
        </p:spPr>
        <p:txBody>
          <a:bodyPr/>
          <a:lstStyle>
            <a:lvl1pPr marL="0" indent="0">
              <a:buNone/>
              <a:defRPr sz="1200" b="0" i="0">
                <a:latin typeface="+mn-lt"/>
              </a:defRPr>
            </a:lvl1pPr>
          </a:lstStyle>
          <a:p>
            <a:endParaRPr lang="en-DK"/>
          </a:p>
        </p:txBody>
      </p:sp>
      <p:sp>
        <p:nvSpPr>
          <p:cNvPr id="42" name="Text Placeholder 2">
            <a:extLst>
              <a:ext uri="{FF2B5EF4-FFF2-40B4-BE49-F238E27FC236}">
                <a16:creationId xmlns:a16="http://schemas.microsoft.com/office/drawing/2014/main" id="{120E0E0F-C75D-BED6-F575-C050187188E2}"/>
              </a:ext>
            </a:extLst>
          </p:cNvPr>
          <p:cNvSpPr>
            <a:spLocks noGrp="1"/>
          </p:cNvSpPr>
          <p:nvPr>
            <p:ph type="body" sz="quarter" idx="50"/>
          </p:nvPr>
        </p:nvSpPr>
        <p:spPr>
          <a:xfrm>
            <a:off x="9411836" y="3924916"/>
            <a:ext cx="2370713" cy="332827"/>
          </a:xfrm>
          <a:prstGeom prst="rect">
            <a:avLst/>
          </a:prstGeom>
        </p:spPr>
        <p:txBody>
          <a:bodyPr/>
          <a:lstStyle>
            <a:lvl1pPr marL="0" indent="0" algn="l">
              <a:buNone/>
              <a:defRPr sz="18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43" name="Text Placeholder 2">
            <a:extLst>
              <a:ext uri="{FF2B5EF4-FFF2-40B4-BE49-F238E27FC236}">
                <a16:creationId xmlns:a16="http://schemas.microsoft.com/office/drawing/2014/main" id="{B1EC209D-AC82-2F8F-7414-11E133CB6744}"/>
              </a:ext>
            </a:extLst>
          </p:cNvPr>
          <p:cNvSpPr>
            <a:spLocks noGrp="1"/>
          </p:cNvSpPr>
          <p:nvPr>
            <p:ph type="body" sz="quarter" idx="51"/>
          </p:nvPr>
        </p:nvSpPr>
        <p:spPr>
          <a:xfrm>
            <a:off x="9411837" y="4283077"/>
            <a:ext cx="2370712" cy="331068"/>
          </a:xfrm>
          <a:prstGeom prst="rect">
            <a:avLst/>
          </a:prstGeom>
        </p:spPr>
        <p:txBody>
          <a:bodyPr/>
          <a:lstStyle>
            <a:lvl1pPr marL="0" indent="0" algn="l">
              <a:buNone/>
              <a:defRPr sz="14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44" name="Picture Placeholder 5" descr="Headshot">
            <a:extLst>
              <a:ext uri="{FF2B5EF4-FFF2-40B4-BE49-F238E27FC236}">
                <a16:creationId xmlns:a16="http://schemas.microsoft.com/office/drawing/2014/main" id="{1C5739F8-309C-D88B-291C-0ACA2EB97AE5}"/>
              </a:ext>
            </a:extLst>
          </p:cNvPr>
          <p:cNvSpPr>
            <a:spLocks noGrp="1"/>
          </p:cNvSpPr>
          <p:nvPr>
            <p:ph type="pic" sz="quarter" idx="52"/>
          </p:nvPr>
        </p:nvSpPr>
        <p:spPr>
          <a:xfrm>
            <a:off x="8352972" y="4902164"/>
            <a:ext cx="850900" cy="850900"/>
          </a:xfrm>
          <a:prstGeom prst="ellipse">
            <a:avLst/>
          </a:prstGeom>
          <a:solidFill>
            <a:schemeClr val="bg1"/>
          </a:solidFill>
          <a:effectLst/>
        </p:spPr>
        <p:txBody>
          <a:bodyPr/>
          <a:lstStyle>
            <a:lvl1pPr marL="0" indent="0">
              <a:buNone/>
              <a:defRPr sz="1200" b="0" i="0">
                <a:latin typeface="+mn-lt"/>
              </a:defRPr>
            </a:lvl1pPr>
          </a:lstStyle>
          <a:p>
            <a:endParaRPr lang="en-DK"/>
          </a:p>
        </p:txBody>
      </p:sp>
      <p:sp>
        <p:nvSpPr>
          <p:cNvPr id="45" name="Text Placeholder 2">
            <a:extLst>
              <a:ext uri="{FF2B5EF4-FFF2-40B4-BE49-F238E27FC236}">
                <a16:creationId xmlns:a16="http://schemas.microsoft.com/office/drawing/2014/main" id="{2914A52F-9245-7AD5-A893-AFB568E9D301}"/>
              </a:ext>
            </a:extLst>
          </p:cNvPr>
          <p:cNvSpPr>
            <a:spLocks noGrp="1"/>
          </p:cNvSpPr>
          <p:nvPr>
            <p:ph type="body" sz="quarter" idx="53"/>
          </p:nvPr>
        </p:nvSpPr>
        <p:spPr>
          <a:xfrm>
            <a:off x="9411836" y="5035259"/>
            <a:ext cx="2370713" cy="332827"/>
          </a:xfrm>
          <a:prstGeom prst="rect">
            <a:avLst/>
          </a:prstGeom>
        </p:spPr>
        <p:txBody>
          <a:bodyPr/>
          <a:lstStyle>
            <a:lvl1pPr marL="0" indent="0" algn="l">
              <a:buNone/>
              <a:defRPr sz="1800" b="1"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sp>
        <p:nvSpPr>
          <p:cNvPr id="46" name="Text Placeholder 2">
            <a:extLst>
              <a:ext uri="{FF2B5EF4-FFF2-40B4-BE49-F238E27FC236}">
                <a16:creationId xmlns:a16="http://schemas.microsoft.com/office/drawing/2014/main" id="{6BAB0630-E848-1485-EB64-2B10156CEF80}"/>
              </a:ext>
            </a:extLst>
          </p:cNvPr>
          <p:cNvSpPr>
            <a:spLocks noGrp="1"/>
          </p:cNvSpPr>
          <p:nvPr>
            <p:ph type="body" sz="quarter" idx="54"/>
          </p:nvPr>
        </p:nvSpPr>
        <p:spPr>
          <a:xfrm>
            <a:off x="9411837" y="5393420"/>
            <a:ext cx="2370712" cy="331068"/>
          </a:xfrm>
          <a:prstGeom prst="rect">
            <a:avLst/>
          </a:prstGeom>
        </p:spPr>
        <p:txBody>
          <a:bodyPr/>
          <a:lstStyle>
            <a:lvl1pPr marL="0" indent="0" algn="l">
              <a:buNone/>
              <a:defRPr sz="14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Click to edit</a:t>
            </a:r>
          </a:p>
        </p:txBody>
      </p:sp>
      <p:pic>
        <p:nvPicPr>
          <p:cNvPr id="4" name="Graphic 3">
            <a:extLst>
              <a:ext uri="{FF2B5EF4-FFF2-40B4-BE49-F238E27FC236}">
                <a16:creationId xmlns:a16="http://schemas.microsoft.com/office/drawing/2014/main" id="{64F7194B-B467-98AB-4FC7-DA8CC1690A3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90807" y="5627641"/>
            <a:ext cx="7065818" cy="3644357"/>
          </a:xfrm>
          <a:prstGeom prst="rect">
            <a:avLst/>
          </a:prstGeom>
        </p:spPr>
      </p:pic>
      <p:sp>
        <p:nvSpPr>
          <p:cNvPr id="17" name="Slide Number Placeholder 2">
            <a:extLst>
              <a:ext uri="{FF2B5EF4-FFF2-40B4-BE49-F238E27FC236}">
                <a16:creationId xmlns:a16="http://schemas.microsoft.com/office/drawing/2014/main" id="{9746EFDA-D9B5-4906-0D0A-AE6711EF34C4}"/>
              </a:ext>
              <a:ext uri="{C183D7F6-B498-43B3-948B-1728B52AA6E4}">
                <adec:decorative xmlns:adec="http://schemas.microsoft.com/office/drawing/2017/decorative" val="1"/>
              </a:ext>
            </a:extLst>
          </p:cNvPr>
          <p:cNvSpPr>
            <a:spLocks noGrp="1"/>
          </p:cNvSpPr>
          <p:nvPr>
            <p:ph type="sldNum" sz="quarter" idx="10"/>
          </p:nvPr>
        </p:nvSpPr>
        <p:spPr>
          <a:xfrm>
            <a:off x="11653284" y="6337005"/>
            <a:ext cx="538716" cy="520995"/>
          </a:xfrm>
        </p:spPr>
        <p:txBody>
          <a:bodyPr/>
          <a:lstStyle>
            <a:lvl1pPr>
              <a:defRPr b="0" i="0">
                <a:solidFill>
                  <a:schemeClr val="tx1"/>
                </a:solidFill>
                <a:latin typeface="Arial" panose="020B0604020202020204" pitchFamily="34" charset="0"/>
              </a:defRPr>
            </a:lvl1pPr>
          </a:lstStyle>
          <a:p>
            <a:fld id="{D78E96AE-B5B5-49FC-BED4-FF80B77E5CAF}" type="slidenum">
              <a:rPr lang="en-DK" smtClean="0"/>
              <a:pPr/>
              <a:t>‹#›</a:t>
            </a:fld>
            <a:endParaRPr lang="en-DK"/>
          </a:p>
        </p:txBody>
      </p:sp>
    </p:spTree>
    <p:extLst>
      <p:ext uri="{BB962C8B-B14F-4D97-AF65-F5344CB8AC3E}">
        <p14:creationId xmlns:p14="http://schemas.microsoft.com/office/powerpoint/2010/main" val="2738512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reaker full slide">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FFCDCC96-96EF-411A-BDF9-DC626E5ABEF7}"/>
              </a:ext>
            </a:extLst>
          </p:cNvPr>
          <p:cNvSpPr>
            <a:spLocks noGrp="1"/>
          </p:cNvSpPr>
          <p:nvPr>
            <p:ph type="title"/>
          </p:nvPr>
        </p:nvSpPr>
        <p:spPr>
          <a:xfrm>
            <a:off x="408719" y="465931"/>
            <a:ext cx="11374562" cy="5926137"/>
          </a:xfrm>
        </p:spPr>
        <p:txBody>
          <a:bodyPr anchor="ctr"/>
          <a:lstStyle>
            <a:lvl1pPr algn="ctr">
              <a:defRPr sz="6000" b="1" i="0">
                <a:solidFill>
                  <a:schemeClr val="tx1"/>
                </a:solidFill>
                <a:latin typeface="+mj-lt"/>
                <a:cs typeface="Arial" panose="020B0604020202020204" pitchFamily="34" charset="0"/>
              </a:defRPr>
            </a:lvl1pPr>
          </a:lstStyle>
          <a:p>
            <a:r>
              <a:rPr lang="en-GB"/>
              <a:t>Click to edit Master title style</a:t>
            </a:r>
            <a:endParaRPr lang="en-DK"/>
          </a:p>
        </p:txBody>
      </p:sp>
      <p:pic>
        <p:nvPicPr>
          <p:cNvPr id="2" name="Graphic 1">
            <a:extLst>
              <a:ext uri="{FF2B5EF4-FFF2-40B4-BE49-F238E27FC236}">
                <a16:creationId xmlns:a16="http://schemas.microsoft.com/office/drawing/2014/main" id="{E535C788-8458-6EF1-7BE8-F73EB9601B9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90807" y="4895075"/>
            <a:ext cx="7065818" cy="3644357"/>
          </a:xfrm>
          <a:prstGeom prst="rect">
            <a:avLst/>
          </a:prstGeom>
        </p:spPr>
      </p:pic>
      <p:sp>
        <p:nvSpPr>
          <p:cNvPr id="5" name="Slide Number Placeholder 2">
            <a:extLst>
              <a:ext uri="{FF2B5EF4-FFF2-40B4-BE49-F238E27FC236}">
                <a16:creationId xmlns:a16="http://schemas.microsoft.com/office/drawing/2014/main" id="{4F17AB1C-5855-5E1D-6B44-825F988F0B17}"/>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30372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reaker slide">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5F62C72-8B93-7E94-9C18-58D4630178F1}"/>
              </a:ext>
            </a:extLst>
          </p:cNvPr>
          <p:cNvSpPr>
            <a:spLocks noGrp="1"/>
          </p:cNvSpPr>
          <p:nvPr>
            <p:ph type="title"/>
          </p:nvPr>
        </p:nvSpPr>
        <p:spPr>
          <a:xfrm>
            <a:off x="408719" y="441325"/>
            <a:ext cx="11374562" cy="5934921"/>
          </a:xfrm>
          <a:prstGeom prst="roundRect">
            <a:avLst>
              <a:gd name="adj" fmla="val 3971"/>
            </a:avLst>
          </a:prstGeom>
          <a:solidFill>
            <a:schemeClr val="accent2"/>
          </a:solidFill>
        </p:spPr>
        <p:txBody>
          <a:bodyPr anchor="ctr"/>
          <a:lstStyle>
            <a:lvl1pPr algn="ctr">
              <a:defRPr sz="6000" b="1" i="0">
                <a:solidFill>
                  <a:schemeClr val="tx1"/>
                </a:solidFill>
                <a:latin typeface="+mj-lt"/>
                <a:cs typeface="Arial" panose="020B0604020202020204" pitchFamily="34" charset="0"/>
              </a:defRPr>
            </a:lvl1pPr>
          </a:lstStyle>
          <a:p>
            <a:r>
              <a:rPr lang="en-GB"/>
              <a:t>Click to edit Master title style</a:t>
            </a:r>
            <a:endParaRPr lang="en-DK"/>
          </a:p>
        </p:txBody>
      </p:sp>
      <p:sp>
        <p:nvSpPr>
          <p:cNvPr id="4" name="Slide Number Placeholder 2">
            <a:extLst>
              <a:ext uri="{FF2B5EF4-FFF2-40B4-BE49-F238E27FC236}">
                <a16:creationId xmlns:a16="http://schemas.microsoft.com/office/drawing/2014/main" id="{4F17AB1C-5855-5E1D-6B44-825F988F0B17}"/>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1071091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reaker full slide and sub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585FD06-68B5-C903-3CA3-8B0A8D2A8071}"/>
              </a:ext>
              <a:ext uri="{C183D7F6-B498-43B3-948B-1728B52AA6E4}">
                <adec:decorative xmlns:adec="http://schemas.microsoft.com/office/drawing/2017/decorative" val="1"/>
              </a:ext>
            </a:extLst>
          </p:cNvPr>
          <p:cNvSpPr/>
          <p:nvPr userDrawn="1"/>
        </p:nvSpPr>
        <p:spPr>
          <a:xfrm>
            <a:off x="0" y="0"/>
            <a:ext cx="12192000" cy="41336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b="1" i="0">
              <a:solidFill>
                <a:schemeClr val="bg1"/>
              </a:solidFill>
              <a:latin typeface="Arial" panose="020B0604020202020204" pitchFamily="34" charset="0"/>
            </a:endParaRPr>
          </a:p>
        </p:txBody>
      </p:sp>
      <p:sp>
        <p:nvSpPr>
          <p:cNvPr id="14" name="Title 7">
            <a:extLst>
              <a:ext uri="{FF2B5EF4-FFF2-40B4-BE49-F238E27FC236}">
                <a16:creationId xmlns:a16="http://schemas.microsoft.com/office/drawing/2014/main" id="{F99386F7-AD4B-B0CF-2660-5DDAA5031755}"/>
              </a:ext>
            </a:extLst>
          </p:cNvPr>
          <p:cNvSpPr>
            <a:spLocks noGrp="1"/>
          </p:cNvSpPr>
          <p:nvPr>
            <p:ph type="title"/>
          </p:nvPr>
        </p:nvSpPr>
        <p:spPr>
          <a:xfrm>
            <a:off x="0" y="843695"/>
            <a:ext cx="12192000" cy="2756749"/>
          </a:xfrm>
          <a:prstGeom prst="rect">
            <a:avLst/>
          </a:prstGeom>
        </p:spPr>
        <p:txBody>
          <a:bodyPr anchor="b"/>
          <a:lstStyle>
            <a:lvl1pPr algn="ctr">
              <a:defRPr sz="6000" b="1" i="0">
                <a:solidFill>
                  <a:schemeClr val="tx1"/>
                </a:solidFill>
                <a:latin typeface="+mj-lt"/>
              </a:defRPr>
            </a:lvl1pPr>
          </a:lstStyle>
          <a:p>
            <a:r>
              <a:rPr lang="en-GB"/>
              <a:t>Click to edit Master title style</a:t>
            </a:r>
            <a:endParaRPr lang="en-DK"/>
          </a:p>
        </p:txBody>
      </p:sp>
      <p:cxnSp>
        <p:nvCxnSpPr>
          <p:cNvPr id="3" name="Straight Connector 2">
            <a:extLst>
              <a:ext uri="{FF2B5EF4-FFF2-40B4-BE49-F238E27FC236}">
                <a16:creationId xmlns:a16="http://schemas.microsoft.com/office/drawing/2014/main" id="{8226A117-5EC9-4574-2878-77017A3EF360}"/>
              </a:ext>
              <a:ext uri="{C183D7F6-B498-43B3-948B-1728B52AA6E4}">
                <adec:decorative xmlns:adec="http://schemas.microsoft.com/office/drawing/2017/decorative" val="1"/>
              </a:ext>
            </a:extLst>
          </p:cNvPr>
          <p:cNvCxnSpPr>
            <a:cxnSpLocks/>
          </p:cNvCxnSpPr>
          <p:nvPr userDrawn="1"/>
        </p:nvCxnSpPr>
        <p:spPr>
          <a:xfrm>
            <a:off x="1332089" y="4133674"/>
            <a:ext cx="9527823"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sp>
        <p:nvSpPr>
          <p:cNvPr id="6" name="Text Placeholder 6">
            <a:extLst>
              <a:ext uri="{FF2B5EF4-FFF2-40B4-BE49-F238E27FC236}">
                <a16:creationId xmlns:a16="http://schemas.microsoft.com/office/drawing/2014/main" id="{A4E76EF8-5A75-D051-2CEC-C879B0F72C18}"/>
              </a:ext>
            </a:extLst>
          </p:cNvPr>
          <p:cNvSpPr>
            <a:spLocks noGrp="1"/>
          </p:cNvSpPr>
          <p:nvPr>
            <p:ph type="body" sz="quarter" idx="13"/>
          </p:nvPr>
        </p:nvSpPr>
        <p:spPr>
          <a:xfrm>
            <a:off x="0" y="4563183"/>
            <a:ext cx="12191999" cy="1651908"/>
          </a:xfrm>
          <a:prstGeom prst="rect">
            <a:avLst/>
          </a:prstGeom>
        </p:spPr>
        <p:txBody>
          <a:bodyPr anchor="t"/>
          <a:lstStyle>
            <a:lvl1pPr marL="0" indent="0" algn="ctr">
              <a:spcBef>
                <a:spcPts val="0"/>
              </a:spcBef>
              <a:buNone/>
              <a:defRPr sz="2400" b="0" i="0">
                <a:solidFill>
                  <a:schemeClr val="tx1"/>
                </a:solidFill>
                <a:latin typeface="+mn-lt"/>
              </a:defRPr>
            </a:lvl1pPr>
            <a:lvl5pPr marL="1828800" indent="0">
              <a:buNone/>
              <a:defRPr/>
            </a:lvl5pPr>
          </a:lstStyle>
          <a:p>
            <a:pPr lvl="0"/>
            <a:r>
              <a:rPr lang="en-GB"/>
              <a:t>Click to edit</a:t>
            </a:r>
          </a:p>
        </p:txBody>
      </p:sp>
      <p:pic>
        <p:nvPicPr>
          <p:cNvPr id="9" name="Graphic 8" descr="Siteimprove logo">
            <a:extLst>
              <a:ext uri="{FF2B5EF4-FFF2-40B4-BE49-F238E27FC236}">
                <a16:creationId xmlns:a16="http://schemas.microsoft.com/office/drawing/2014/main" id="{3FD20EFD-EACC-D14E-ADFF-DDEF573156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17840" y="6442372"/>
            <a:ext cx="1115365" cy="274882"/>
          </a:xfrm>
          <a:prstGeom prst="rect">
            <a:avLst/>
          </a:prstGeom>
        </p:spPr>
      </p:pic>
      <p:sp>
        <p:nvSpPr>
          <p:cNvPr id="7" name="Text Placeholder 2">
            <a:extLst>
              <a:ext uri="{FF2B5EF4-FFF2-40B4-BE49-F238E27FC236}">
                <a16:creationId xmlns:a16="http://schemas.microsoft.com/office/drawing/2014/main" id="{D30D5016-CE1F-726F-31CE-ABF908487157}"/>
              </a:ext>
            </a:extLst>
          </p:cNvPr>
          <p:cNvSpPr txBox="1">
            <a:spLocks/>
          </p:cNvSpPr>
          <p:nvPr userDrawn="1"/>
        </p:nvSpPr>
        <p:spPr>
          <a:xfrm>
            <a:off x="1578786" y="6462000"/>
            <a:ext cx="3318911" cy="243629"/>
          </a:xfrm>
          <a:prstGeom prst="rect">
            <a:avLst/>
          </a:prstGeom>
          <a:noFill/>
        </p:spPr>
        <p:txBody>
          <a:bodyPr vert="horz" lIns="0" tIns="0" rIns="0" bIns="0" rtlCol="0" anchor="ctr">
            <a:noAutofit/>
          </a:bodyPr>
          <a:lstStyle>
            <a:lvl1pPr marL="228600" indent="-228600" algn="l" defTabSz="914400" rtl="0" eaLnBrk="1" latinLnBrk="0" hangingPunct="1">
              <a:lnSpc>
                <a:spcPct val="100000"/>
              </a:lnSpc>
              <a:spcBef>
                <a:spcPts val="1200"/>
              </a:spcBef>
              <a:buClr>
                <a:schemeClr val="accent3"/>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3"/>
              </a:buClr>
              <a:buFont typeface="Arial" panose="020B0604020202020204" pitchFamily="34" charset="0"/>
              <a:buChar char="•"/>
              <a:defRPr sz="1200" kern="1200">
                <a:solidFill>
                  <a:schemeClr val="tx1"/>
                </a:solidFill>
                <a:latin typeface="+mn-lt"/>
                <a:ea typeface="+mn-ea"/>
                <a:cs typeface="+mn-cs"/>
              </a:defRPr>
            </a:lvl2pPr>
            <a:lvl3pPr marL="1117600" indent="-203200" algn="l" defTabSz="914400" rtl="0" eaLnBrk="1" latinLnBrk="0" hangingPunct="1">
              <a:lnSpc>
                <a:spcPct val="10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1574800" indent="-203200" algn="l" defTabSz="914400" rtl="0" eaLnBrk="1" latinLnBrk="0" hangingPunct="1">
              <a:lnSpc>
                <a:spcPct val="100000"/>
              </a:lnSpc>
              <a:spcBef>
                <a:spcPts val="500"/>
              </a:spcBef>
              <a:buClr>
                <a:schemeClr val="accent3"/>
              </a:buClr>
              <a:buFont typeface="Arial" panose="020B0604020202020204" pitchFamily="34" charset="0"/>
              <a:buChar char="•"/>
              <a:defRPr sz="900" kern="1200">
                <a:solidFill>
                  <a:schemeClr val="tx1"/>
                </a:solidFill>
                <a:latin typeface="+mn-lt"/>
                <a:ea typeface="+mn-ea"/>
                <a:cs typeface="+mn-cs"/>
              </a:defRPr>
            </a:lvl4pPr>
            <a:lvl5pPr marL="1981200" indent="-152400" algn="l" defTabSz="914400" rtl="0" eaLnBrk="1" latinLnBrk="0" hangingPunct="1">
              <a:lnSpc>
                <a:spcPct val="100000"/>
              </a:lnSpc>
              <a:spcBef>
                <a:spcPts val="500"/>
              </a:spcBef>
              <a:buClr>
                <a:schemeClr val="accent3"/>
              </a:buClr>
              <a:buFont typeface="Arial" panose="020B0604020202020204" pitchFamily="34" charset="0"/>
              <a:buChar char="•"/>
              <a:defRPr sz="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800" b="0" i="0" u="none" strike="noStrike" kern="1200" cap="none" spc="0" normalizeH="0" baseline="0" noProof="0">
                <a:ln>
                  <a:noFill/>
                </a:ln>
                <a:solidFill>
                  <a:schemeClr val="tx1"/>
                </a:solidFill>
                <a:effectLst/>
                <a:uLnTx/>
                <a:uFillTx/>
                <a:latin typeface="Arial" panose="020B0604020202020204" pitchFamily="34" charset="0"/>
                <a:ea typeface="+mn-ea"/>
                <a:cs typeface="+mn-cs"/>
              </a:rPr>
              <a:t>© Siteimprove CONFIDENTIAL</a:t>
            </a:r>
          </a:p>
        </p:txBody>
      </p:sp>
      <p:sp>
        <p:nvSpPr>
          <p:cNvPr id="2" name="Slide Number Placeholder 2">
            <a:extLst>
              <a:ext uri="{FF2B5EF4-FFF2-40B4-BE49-F238E27FC236}">
                <a16:creationId xmlns:a16="http://schemas.microsoft.com/office/drawing/2014/main" id="{4F17AB1C-5855-5E1D-6B44-825F988F0B17}"/>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73090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ey message on few lines">
    <p:spTree>
      <p:nvGrpSpPr>
        <p:cNvPr id="1" name=""/>
        <p:cNvGrpSpPr/>
        <p:nvPr/>
      </p:nvGrpSpPr>
      <p:grpSpPr>
        <a:xfrm>
          <a:off x="0" y="0"/>
          <a:ext cx="0" cy="0"/>
          <a:chOff x="0" y="0"/>
          <a:chExt cx="0" cy="0"/>
        </a:xfrm>
      </p:grpSpPr>
      <p:sp>
        <p:nvSpPr>
          <p:cNvPr id="10" name="Text Placeholder 12">
            <a:extLst>
              <a:ext uri="{FF2B5EF4-FFF2-40B4-BE49-F238E27FC236}">
                <a16:creationId xmlns:a16="http://schemas.microsoft.com/office/drawing/2014/main" id="{ED05444D-40E1-4FB5-048E-6CEFB4346F73}"/>
              </a:ext>
            </a:extLst>
          </p:cNvPr>
          <p:cNvSpPr>
            <a:spLocks noGrp="1"/>
          </p:cNvSpPr>
          <p:nvPr>
            <p:ph type="body" sz="quarter" idx="12"/>
          </p:nvPr>
        </p:nvSpPr>
        <p:spPr>
          <a:xfrm>
            <a:off x="-5309" y="2191999"/>
            <a:ext cx="12192000" cy="522288"/>
          </a:xfrm>
          <a:prstGeom prst="rect">
            <a:avLst/>
          </a:prstGeom>
        </p:spPr>
        <p:txBody>
          <a:bodyPr anchor="ctr"/>
          <a:lstStyle>
            <a:lvl1pPr marL="0" indent="0" algn="ctr">
              <a:buNone/>
              <a:defRPr sz="2800" b="0" i="0">
                <a:solidFill>
                  <a:schemeClr val="tx1"/>
                </a:solidFill>
                <a:latin typeface="+mn-lt"/>
              </a:defRPr>
            </a:lvl1pPr>
            <a:lvl2pPr marL="457200" indent="0">
              <a:buNone/>
              <a:defRPr sz="2800">
                <a:solidFill>
                  <a:schemeClr val="bg1"/>
                </a:solidFill>
              </a:defRPr>
            </a:lvl2pPr>
            <a:lvl3pPr marL="914400" indent="0">
              <a:buNone/>
              <a:defRPr sz="2800">
                <a:solidFill>
                  <a:schemeClr val="bg1"/>
                </a:solidFill>
              </a:defRPr>
            </a:lvl3pPr>
            <a:lvl4pPr marL="1371600" indent="0">
              <a:buNone/>
              <a:defRPr sz="2800">
                <a:solidFill>
                  <a:schemeClr val="bg1"/>
                </a:solidFill>
              </a:defRPr>
            </a:lvl4pPr>
            <a:lvl5pPr marL="1828800" indent="0">
              <a:buNone/>
              <a:defRPr sz="2800">
                <a:solidFill>
                  <a:schemeClr val="bg1"/>
                </a:solidFill>
              </a:defRPr>
            </a:lvl5pPr>
          </a:lstStyle>
          <a:p>
            <a:pPr lvl="0"/>
            <a:r>
              <a:rPr lang="en-GB"/>
              <a:t>Click to edit Master text styles</a:t>
            </a:r>
          </a:p>
        </p:txBody>
      </p:sp>
      <p:sp>
        <p:nvSpPr>
          <p:cNvPr id="9" name="Title 3">
            <a:extLst>
              <a:ext uri="{FF2B5EF4-FFF2-40B4-BE49-F238E27FC236}">
                <a16:creationId xmlns:a16="http://schemas.microsoft.com/office/drawing/2014/main" id="{765147D9-ACE4-BECF-C7BF-2BCBE7A793FE}"/>
              </a:ext>
            </a:extLst>
          </p:cNvPr>
          <p:cNvSpPr>
            <a:spLocks noGrp="1"/>
          </p:cNvSpPr>
          <p:nvPr>
            <p:ph type="title" hasCustomPrompt="1"/>
          </p:nvPr>
        </p:nvSpPr>
        <p:spPr>
          <a:xfrm>
            <a:off x="-11113" y="2756479"/>
            <a:ext cx="12214225" cy="1345043"/>
          </a:xfrm>
          <a:prstGeom prst="rect">
            <a:avLst/>
          </a:prstGeom>
        </p:spPr>
        <p:txBody>
          <a:bodyPr anchor="ctr"/>
          <a:lstStyle>
            <a:lvl1pPr algn="ctr">
              <a:lnSpc>
                <a:spcPct val="100000"/>
              </a:lnSpc>
              <a:defRPr sz="10000" b="1" i="0">
                <a:solidFill>
                  <a:schemeClr val="tx1"/>
                </a:solidFill>
                <a:effectLst/>
                <a:latin typeface="+mj-lt"/>
              </a:defRPr>
            </a:lvl1pPr>
          </a:lstStyle>
          <a:p>
            <a:pPr lvl="0"/>
            <a:r>
              <a:rPr lang="en-GB"/>
              <a:t>CLICK TO EDIT</a:t>
            </a:r>
          </a:p>
        </p:txBody>
      </p:sp>
      <p:sp>
        <p:nvSpPr>
          <p:cNvPr id="8" name="Text Placeholder 12">
            <a:extLst>
              <a:ext uri="{FF2B5EF4-FFF2-40B4-BE49-F238E27FC236}">
                <a16:creationId xmlns:a16="http://schemas.microsoft.com/office/drawing/2014/main" id="{5A72B47A-821E-3064-F91A-0136D1CE708D}"/>
              </a:ext>
            </a:extLst>
          </p:cNvPr>
          <p:cNvSpPr>
            <a:spLocks noGrp="1"/>
          </p:cNvSpPr>
          <p:nvPr>
            <p:ph type="body" sz="quarter" idx="13"/>
          </p:nvPr>
        </p:nvSpPr>
        <p:spPr>
          <a:xfrm>
            <a:off x="-10618" y="4127284"/>
            <a:ext cx="12202618" cy="522288"/>
          </a:xfrm>
          <a:prstGeom prst="rect">
            <a:avLst/>
          </a:prstGeom>
        </p:spPr>
        <p:txBody>
          <a:bodyPr anchor="ctr"/>
          <a:lstStyle>
            <a:lvl1pPr marL="0" indent="0" algn="ctr">
              <a:buNone/>
              <a:defRPr sz="2800" b="0" i="0">
                <a:solidFill>
                  <a:schemeClr val="tx1"/>
                </a:solidFill>
                <a:latin typeface="+mn-lt"/>
                <a:cs typeface="Arial" panose="020B0604020202020204" pitchFamily="34" charset="0"/>
              </a:defRPr>
            </a:lvl1pPr>
            <a:lvl2pPr marL="457200" indent="0">
              <a:buNone/>
              <a:defRPr sz="2800">
                <a:solidFill>
                  <a:schemeClr val="bg1"/>
                </a:solidFill>
              </a:defRPr>
            </a:lvl2pPr>
            <a:lvl3pPr marL="914400" indent="0">
              <a:buNone/>
              <a:defRPr sz="2800">
                <a:solidFill>
                  <a:schemeClr val="bg1"/>
                </a:solidFill>
              </a:defRPr>
            </a:lvl3pPr>
            <a:lvl4pPr marL="1371600" indent="0">
              <a:buNone/>
              <a:defRPr sz="2800">
                <a:solidFill>
                  <a:schemeClr val="bg1"/>
                </a:solidFill>
              </a:defRPr>
            </a:lvl4pPr>
            <a:lvl5pPr marL="1828800" indent="0">
              <a:buNone/>
              <a:defRPr sz="2800">
                <a:solidFill>
                  <a:schemeClr val="bg1"/>
                </a:solidFill>
              </a:defRPr>
            </a:lvl5pPr>
          </a:lstStyle>
          <a:p>
            <a:pPr lvl="0"/>
            <a:r>
              <a:rPr lang="en-GB"/>
              <a:t>Click to edit Master text style</a:t>
            </a:r>
          </a:p>
        </p:txBody>
      </p:sp>
      <p:pic>
        <p:nvPicPr>
          <p:cNvPr id="2" name="Graphic 1">
            <a:extLst>
              <a:ext uri="{FF2B5EF4-FFF2-40B4-BE49-F238E27FC236}">
                <a16:creationId xmlns:a16="http://schemas.microsoft.com/office/drawing/2014/main" id="{52444EF4-D358-A7D6-7D39-231B9C1239D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37885" y="799029"/>
            <a:ext cx="1104900" cy="1104900"/>
          </a:xfrm>
          <a:prstGeom prst="rect">
            <a:avLst/>
          </a:prstGeom>
        </p:spPr>
      </p:pic>
      <p:sp>
        <p:nvSpPr>
          <p:cNvPr id="3" name="Slide Number Placeholder 2">
            <a:extLst>
              <a:ext uri="{FF2B5EF4-FFF2-40B4-BE49-F238E27FC236}">
                <a16:creationId xmlns:a16="http://schemas.microsoft.com/office/drawing/2014/main" id="{4F17AB1C-5855-5E1D-6B44-825F988F0B17}"/>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3569719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ey sentenc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E5FD5B7-908E-2CB7-CAE5-E31DA4B3486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87247" y="1000352"/>
            <a:ext cx="9417504" cy="4857293"/>
          </a:xfrm>
          <a:prstGeom prst="rect">
            <a:avLst/>
          </a:prstGeom>
        </p:spPr>
      </p:pic>
      <p:sp>
        <p:nvSpPr>
          <p:cNvPr id="9" name="Title 3">
            <a:extLst>
              <a:ext uri="{FF2B5EF4-FFF2-40B4-BE49-F238E27FC236}">
                <a16:creationId xmlns:a16="http://schemas.microsoft.com/office/drawing/2014/main" id="{765147D9-ACE4-BECF-C7BF-2BCBE7A793FE}"/>
              </a:ext>
            </a:extLst>
          </p:cNvPr>
          <p:cNvSpPr>
            <a:spLocks noGrp="1"/>
          </p:cNvSpPr>
          <p:nvPr>
            <p:ph type="title" hasCustomPrompt="1"/>
          </p:nvPr>
        </p:nvSpPr>
        <p:spPr>
          <a:xfrm>
            <a:off x="-11113" y="0"/>
            <a:ext cx="12214225" cy="6857999"/>
          </a:xfrm>
          <a:prstGeom prst="rect">
            <a:avLst/>
          </a:prstGeom>
        </p:spPr>
        <p:txBody>
          <a:bodyPr anchor="ctr"/>
          <a:lstStyle>
            <a:lvl1pPr algn="ctr">
              <a:lnSpc>
                <a:spcPct val="100000"/>
              </a:lnSpc>
              <a:defRPr sz="4400" b="1" i="0">
                <a:solidFill>
                  <a:schemeClr val="tx1"/>
                </a:solidFill>
                <a:effectLst/>
                <a:latin typeface="+mj-lt"/>
              </a:defRPr>
            </a:lvl1pPr>
          </a:lstStyle>
          <a:p>
            <a:pPr lvl="0"/>
            <a:r>
              <a:rPr lang="en-GB"/>
              <a:t>CLICK TO EDIT</a:t>
            </a:r>
          </a:p>
        </p:txBody>
      </p:sp>
      <p:sp>
        <p:nvSpPr>
          <p:cNvPr id="3" name="Slide Number Placeholder 2">
            <a:extLst>
              <a:ext uri="{FF2B5EF4-FFF2-40B4-BE49-F238E27FC236}">
                <a16:creationId xmlns:a16="http://schemas.microsoft.com/office/drawing/2014/main" id="{4F17AB1C-5855-5E1D-6B44-825F988F0B17}"/>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latin typeface="+mn-lt"/>
              </a:rPr>
              <a:pPr/>
              <a:t>‹#›</a:t>
            </a:fld>
            <a:endParaRPr lang="en-DK">
              <a:latin typeface="+mn-lt"/>
            </a:endParaRPr>
          </a:p>
        </p:txBody>
      </p:sp>
    </p:spTree>
    <p:extLst>
      <p:ext uri="{BB962C8B-B14F-4D97-AF65-F5344CB8AC3E}">
        <p14:creationId xmlns:p14="http://schemas.microsoft.com/office/powerpoint/2010/main" val="2180288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grpSp>
        <p:nvGrpSpPr>
          <p:cNvPr id="4" name="Group 3" descr="Quotation mark">
            <a:extLst>
              <a:ext uri="{FF2B5EF4-FFF2-40B4-BE49-F238E27FC236}">
                <a16:creationId xmlns:a16="http://schemas.microsoft.com/office/drawing/2014/main" id="{6493345A-E837-D13E-4A29-7612347833CE}"/>
              </a:ext>
              <a:ext uri="{C183D7F6-B498-43B3-948B-1728B52AA6E4}">
                <adec:decorative xmlns:adec="http://schemas.microsoft.com/office/drawing/2017/decorative" val="0"/>
              </a:ext>
            </a:extLst>
          </p:cNvPr>
          <p:cNvGrpSpPr/>
          <p:nvPr userDrawn="1"/>
        </p:nvGrpSpPr>
        <p:grpSpPr>
          <a:xfrm>
            <a:off x="5385054" y="1301741"/>
            <a:ext cx="1421892" cy="955105"/>
            <a:chOff x="1640172" y="1376362"/>
            <a:chExt cx="1421892" cy="955105"/>
          </a:xfrm>
        </p:grpSpPr>
        <p:pic>
          <p:nvPicPr>
            <p:cNvPr id="5" name="Graphic 4">
              <a:extLst>
                <a:ext uri="{FF2B5EF4-FFF2-40B4-BE49-F238E27FC236}">
                  <a16:creationId xmlns:a16="http://schemas.microsoft.com/office/drawing/2014/main" id="{16250396-2DD2-458D-CC7D-184B6CC938D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40172" y="1598094"/>
              <a:ext cx="1421892" cy="733373"/>
            </a:xfrm>
            <a:prstGeom prst="rect">
              <a:avLst/>
            </a:prstGeom>
          </p:spPr>
        </p:pic>
        <p:pic>
          <p:nvPicPr>
            <p:cNvPr id="6" name="Graphic 5" descr="Quotes">
              <a:extLst>
                <a:ext uri="{FF2B5EF4-FFF2-40B4-BE49-F238E27FC236}">
                  <a16:creationId xmlns:a16="http://schemas.microsoft.com/office/drawing/2014/main" id="{7E9794BA-09C9-12B1-C1C0-A958BCD799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00268" y="1376362"/>
              <a:ext cx="901700" cy="685800"/>
            </a:xfrm>
            <a:prstGeom prst="rect">
              <a:avLst/>
            </a:prstGeom>
          </p:spPr>
        </p:pic>
      </p:grpSp>
      <p:sp>
        <p:nvSpPr>
          <p:cNvPr id="2" name="Title 1">
            <a:extLst>
              <a:ext uri="{FF2B5EF4-FFF2-40B4-BE49-F238E27FC236}">
                <a16:creationId xmlns:a16="http://schemas.microsoft.com/office/drawing/2014/main" id="{DD704405-2C9E-D24D-3D7D-15930B82BD2C}"/>
              </a:ext>
            </a:extLst>
          </p:cNvPr>
          <p:cNvSpPr>
            <a:spLocks noGrp="1"/>
          </p:cNvSpPr>
          <p:nvPr>
            <p:ph type="title"/>
          </p:nvPr>
        </p:nvSpPr>
        <p:spPr>
          <a:xfrm>
            <a:off x="2726530" y="2511240"/>
            <a:ext cx="6738937" cy="1835519"/>
          </a:xfrm>
        </p:spPr>
        <p:txBody>
          <a:bodyPr anchor="ctr"/>
          <a:lstStyle>
            <a:lvl1pPr algn="ct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7" name="Text Placeholder 2">
            <a:extLst>
              <a:ext uri="{FF2B5EF4-FFF2-40B4-BE49-F238E27FC236}">
                <a16:creationId xmlns:a16="http://schemas.microsoft.com/office/drawing/2014/main" id="{00125810-4E74-5F2E-293E-E6304F48A710}"/>
              </a:ext>
            </a:extLst>
          </p:cNvPr>
          <p:cNvSpPr>
            <a:spLocks noGrp="1"/>
          </p:cNvSpPr>
          <p:nvPr>
            <p:ph type="body" sz="quarter" idx="21" hasCustomPrompt="1"/>
          </p:nvPr>
        </p:nvSpPr>
        <p:spPr>
          <a:xfrm>
            <a:off x="3265686" y="4672391"/>
            <a:ext cx="5660623" cy="662136"/>
          </a:xfrm>
          <a:prstGeom prst="rect">
            <a:avLst/>
          </a:prstGeom>
        </p:spPr>
        <p:txBody>
          <a:bodyPr/>
          <a:lstStyle>
            <a:lvl1pPr marL="0" indent="0" algn="ctr">
              <a:buNone/>
              <a:defRPr sz="1800" b="0" i="0">
                <a:solidFill>
                  <a:schemeClr val="tx1"/>
                </a:solidFill>
                <a:latin typeface="+mn-lt"/>
                <a:ea typeface="Inter" panose="02000503000000020004" pitchFamily="2" charset="0"/>
              </a:defRPr>
            </a:lvl1pPr>
            <a:lvl2pPr marL="457200" indent="0">
              <a:buNone/>
              <a:defRPr b="0" i="0">
                <a:solidFill>
                  <a:schemeClr val="tx1"/>
                </a:solidFill>
                <a:latin typeface="+mn-lt"/>
                <a:ea typeface="Inter" panose="02000503000000020004" pitchFamily="2" charset="0"/>
              </a:defRPr>
            </a:lvl2pPr>
            <a:lvl3pPr marL="914400" indent="0">
              <a:buNone/>
              <a:defRPr b="0" i="0">
                <a:solidFill>
                  <a:schemeClr val="tx1"/>
                </a:solidFill>
                <a:latin typeface="+mn-lt"/>
                <a:ea typeface="Inter" panose="02000503000000020004" pitchFamily="2" charset="0"/>
              </a:defRPr>
            </a:lvl3pPr>
            <a:lvl4pPr marL="1371600" indent="0">
              <a:buNone/>
              <a:defRPr b="0" i="0">
                <a:solidFill>
                  <a:schemeClr val="tx1"/>
                </a:solidFill>
                <a:latin typeface="+mn-lt"/>
                <a:ea typeface="Inter" panose="02000503000000020004" pitchFamily="2" charset="0"/>
              </a:defRPr>
            </a:lvl4pPr>
          </a:lstStyle>
          <a:p>
            <a:pPr lvl="0"/>
            <a:r>
              <a:rPr lang="en-GB"/>
              <a:t>Name, Title</a:t>
            </a:r>
          </a:p>
        </p:txBody>
      </p:sp>
      <p:sp>
        <p:nvSpPr>
          <p:cNvPr id="8" name="Slide Number Placeholder 2">
            <a:extLst>
              <a:ext uri="{FF2B5EF4-FFF2-40B4-BE49-F238E27FC236}">
                <a16:creationId xmlns:a16="http://schemas.microsoft.com/office/drawing/2014/main" id="{4F17AB1C-5855-5E1D-6B44-825F988F0B17}"/>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1320697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ighlighted text slid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6250396-2DD2-458D-CC7D-184B6CC938D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171700" y="1480479"/>
            <a:ext cx="1657350" cy="854816"/>
          </a:xfrm>
          <a:prstGeom prst="rect">
            <a:avLst/>
          </a:prstGeom>
        </p:spPr>
      </p:pic>
      <p:sp>
        <p:nvSpPr>
          <p:cNvPr id="2" name="Title 1">
            <a:extLst>
              <a:ext uri="{FF2B5EF4-FFF2-40B4-BE49-F238E27FC236}">
                <a16:creationId xmlns:a16="http://schemas.microsoft.com/office/drawing/2014/main" id="{DD704405-2C9E-D24D-3D7D-15930B82BD2C}"/>
              </a:ext>
            </a:extLst>
          </p:cNvPr>
          <p:cNvSpPr>
            <a:spLocks noGrp="1"/>
          </p:cNvSpPr>
          <p:nvPr>
            <p:ph type="title"/>
          </p:nvPr>
        </p:nvSpPr>
        <p:spPr>
          <a:xfrm>
            <a:off x="2726530" y="1964956"/>
            <a:ext cx="6738937" cy="2878507"/>
          </a:xfrm>
        </p:spPr>
        <p:txBody>
          <a:bodyPr anchor="t"/>
          <a:lstStyle>
            <a:lvl1pPr algn="l">
              <a:lnSpc>
                <a:spcPct val="100000"/>
              </a:lnSpc>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4" name="Slide Number Placeholder 2">
            <a:extLst>
              <a:ext uri="{FF2B5EF4-FFF2-40B4-BE49-F238E27FC236}">
                <a16:creationId xmlns:a16="http://schemas.microsoft.com/office/drawing/2014/main" id="{4F17AB1C-5855-5E1D-6B44-825F988F0B17}"/>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2680895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melin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11F65-D41C-12B9-6FF3-A3BA9098B810}"/>
              </a:ext>
            </a:extLst>
          </p:cNvPr>
          <p:cNvSpPr>
            <a:spLocks noGrp="1"/>
          </p:cNvSpPr>
          <p:nvPr>
            <p:ph type="title"/>
          </p:nvPr>
        </p:nvSpPr>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27" name="Text Placeholder 4">
            <a:extLst>
              <a:ext uri="{FF2B5EF4-FFF2-40B4-BE49-F238E27FC236}">
                <a16:creationId xmlns:a16="http://schemas.microsoft.com/office/drawing/2014/main" id="{4D99CB3B-E23E-4AFD-9DB8-F4BA13E17CE4}"/>
              </a:ext>
            </a:extLst>
          </p:cNvPr>
          <p:cNvSpPr>
            <a:spLocks noGrp="1"/>
          </p:cNvSpPr>
          <p:nvPr>
            <p:ph type="body" sz="quarter" idx="27" hasCustomPrompt="1"/>
          </p:nvPr>
        </p:nvSpPr>
        <p:spPr>
          <a:xfrm>
            <a:off x="409451" y="1876173"/>
            <a:ext cx="2671116" cy="244475"/>
          </a:xfrm>
          <a:prstGeom prst="rect">
            <a:avLst/>
          </a:prstGeom>
          <a:noFill/>
          <a:ln>
            <a:noFill/>
          </a:ln>
        </p:spPr>
        <p:txBody>
          <a:bodyPr lIns="0" tIns="0" anchor="ctr" anchorCtr="0"/>
          <a:lstStyle>
            <a:lvl1pPr marL="0" indent="0">
              <a:buNone/>
              <a:defRPr sz="1000" b="0" i="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Q1 example</a:t>
            </a:r>
          </a:p>
        </p:txBody>
      </p:sp>
      <p:sp>
        <p:nvSpPr>
          <p:cNvPr id="4" name="Text Placeholder 4">
            <a:extLst>
              <a:ext uri="{FF2B5EF4-FFF2-40B4-BE49-F238E27FC236}">
                <a16:creationId xmlns:a16="http://schemas.microsoft.com/office/drawing/2014/main" id="{C3CD5E2E-9DF2-C60D-2D9C-FED90DB0EF64}"/>
              </a:ext>
            </a:extLst>
          </p:cNvPr>
          <p:cNvSpPr>
            <a:spLocks noGrp="1"/>
          </p:cNvSpPr>
          <p:nvPr>
            <p:ph type="body" sz="quarter" idx="30" hasCustomPrompt="1"/>
          </p:nvPr>
        </p:nvSpPr>
        <p:spPr>
          <a:xfrm>
            <a:off x="3263494" y="1876173"/>
            <a:ext cx="2671116" cy="244475"/>
          </a:xfrm>
          <a:prstGeom prst="rect">
            <a:avLst/>
          </a:prstGeom>
          <a:noFill/>
          <a:ln>
            <a:noFill/>
          </a:ln>
        </p:spPr>
        <p:txBody>
          <a:bodyPr lIns="0" tIns="0" anchor="ctr" anchorCtr="0"/>
          <a:lstStyle>
            <a:lvl1pPr marL="0" indent="0">
              <a:buNone/>
              <a:defRPr sz="1000" b="0" i="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Q2 example</a:t>
            </a:r>
          </a:p>
        </p:txBody>
      </p:sp>
      <p:sp>
        <p:nvSpPr>
          <p:cNvPr id="5" name="Text Placeholder 4">
            <a:extLst>
              <a:ext uri="{FF2B5EF4-FFF2-40B4-BE49-F238E27FC236}">
                <a16:creationId xmlns:a16="http://schemas.microsoft.com/office/drawing/2014/main" id="{9E21339C-CEE2-C2AB-A922-789C7289677B}"/>
              </a:ext>
            </a:extLst>
          </p:cNvPr>
          <p:cNvSpPr>
            <a:spLocks noGrp="1"/>
          </p:cNvSpPr>
          <p:nvPr>
            <p:ph type="body" sz="quarter" idx="31" hasCustomPrompt="1"/>
          </p:nvPr>
        </p:nvSpPr>
        <p:spPr>
          <a:xfrm>
            <a:off x="6117537" y="1876173"/>
            <a:ext cx="2671116" cy="244475"/>
          </a:xfrm>
          <a:prstGeom prst="rect">
            <a:avLst/>
          </a:prstGeom>
          <a:noFill/>
          <a:ln>
            <a:noFill/>
          </a:ln>
        </p:spPr>
        <p:txBody>
          <a:bodyPr lIns="0" tIns="0" anchor="ctr" anchorCtr="0"/>
          <a:lstStyle>
            <a:lvl1pPr marL="0" indent="0">
              <a:buNone/>
              <a:defRPr sz="1000" b="0" i="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Q3 example</a:t>
            </a:r>
          </a:p>
        </p:txBody>
      </p:sp>
      <p:sp>
        <p:nvSpPr>
          <p:cNvPr id="6" name="Text Placeholder 4">
            <a:extLst>
              <a:ext uri="{FF2B5EF4-FFF2-40B4-BE49-F238E27FC236}">
                <a16:creationId xmlns:a16="http://schemas.microsoft.com/office/drawing/2014/main" id="{DDB45CFA-6B55-E5D9-5DB0-65C0F3FA460A}"/>
              </a:ext>
            </a:extLst>
          </p:cNvPr>
          <p:cNvSpPr>
            <a:spLocks noGrp="1"/>
          </p:cNvSpPr>
          <p:nvPr>
            <p:ph type="body" sz="quarter" idx="32" hasCustomPrompt="1"/>
          </p:nvPr>
        </p:nvSpPr>
        <p:spPr>
          <a:xfrm>
            <a:off x="8971581" y="1876173"/>
            <a:ext cx="2671116" cy="244475"/>
          </a:xfrm>
          <a:prstGeom prst="rect">
            <a:avLst/>
          </a:prstGeom>
          <a:noFill/>
          <a:ln>
            <a:noFill/>
          </a:ln>
        </p:spPr>
        <p:txBody>
          <a:bodyPr lIns="0" tIns="0" anchor="ctr" anchorCtr="0"/>
          <a:lstStyle>
            <a:lvl1pPr marL="0" indent="0">
              <a:buNone/>
              <a:defRPr sz="1000" b="0" i="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Q4 example</a:t>
            </a:r>
          </a:p>
        </p:txBody>
      </p:sp>
      <p:sp>
        <p:nvSpPr>
          <p:cNvPr id="17" name="Text Placeholder 4">
            <a:extLst>
              <a:ext uri="{FF2B5EF4-FFF2-40B4-BE49-F238E27FC236}">
                <a16:creationId xmlns:a16="http://schemas.microsoft.com/office/drawing/2014/main" id="{6CF91AD1-CB53-4C52-8059-48F1540F3F8F}"/>
              </a:ext>
              <a:ext uri="{C183D7F6-B498-43B3-948B-1728B52AA6E4}">
                <adec:decorative xmlns:adec="http://schemas.microsoft.com/office/drawing/2017/decorative" val="1"/>
              </a:ext>
            </a:extLst>
          </p:cNvPr>
          <p:cNvSpPr>
            <a:spLocks noGrp="1"/>
          </p:cNvSpPr>
          <p:nvPr>
            <p:ph type="body" sz="quarter" idx="21" hasCustomPrompt="1"/>
          </p:nvPr>
        </p:nvSpPr>
        <p:spPr>
          <a:xfrm>
            <a:off x="409451" y="2124125"/>
            <a:ext cx="11374562" cy="302125"/>
          </a:xfrm>
          <a:prstGeom prst="rightArrow">
            <a:avLst/>
          </a:prstGeom>
          <a:gradFill>
            <a:gsLst>
              <a:gs pos="0">
                <a:schemeClr val="accent1">
                  <a:lumMod val="40000"/>
                  <a:lumOff val="60000"/>
                </a:schemeClr>
              </a:gs>
              <a:gs pos="100000">
                <a:schemeClr val="accent1"/>
              </a:gs>
            </a:gsLst>
            <a:lin ang="0" scaled="0"/>
          </a:gradFill>
          <a:ln>
            <a:noFill/>
          </a:ln>
        </p:spPr>
        <p:txBody>
          <a:bodyPr lIns="0" tIns="0" anchor="ctr" anchorCtr="0"/>
          <a:lstStyle>
            <a:lvl1pPr marL="0" indent="0" algn="ctr">
              <a:buNone/>
              <a:defRPr sz="900" b="0" i="0">
                <a:solidFill>
                  <a:schemeClr val="bg1"/>
                </a:solidFill>
                <a:latin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31" name="Text Placeholder 30">
            <a:extLst>
              <a:ext uri="{FF2B5EF4-FFF2-40B4-BE49-F238E27FC236}">
                <a16:creationId xmlns:a16="http://schemas.microsoft.com/office/drawing/2014/main" id="{5B3F22FF-A949-4FD3-8AE3-52AD6E7ED650}"/>
              </a:ext>
            </a:extLst>
          </p:cNvPr>
          <p:cNvSpPr>
            <a:spLocks noGrp="1"/>
          </p:cNvSpPr>
          <p:nvPr>
            <p:ph type="body" sz="quarter" idx="28" hasCustomPrompt="1"/>
          </p:nvPr>
        </p:nvSpPr>
        <p:spPr>
          <a:xfrm>
            <a:off x="409450" y="2572417"/>
            <a:ext cx="1726496" cy="423449"/>
          </a:xfrm>
          <a:prstGeom prst="roundRect">
            <a:avLst/>
          </a:prstGeom>
          <a:solidFill>
            <a:schemeClr val="accent1"/>
          </a:solidFill>
        </p:spPr>
        <p:txBody>
          <a:bodyPr lIns="0" tIns="0" rIns="0" bIns="0" anchor="ctr"/>
          <a:lstStyle>
            <a:lvl1pPr marL="0" indent="0" algn="ctr">
              <a:spcBef>
                <a:spcPts val="0"/>
              </a:spcBef>
              <a:buNone/>
              <a:defRPr sz="1050" b="0" i="0">
                <a:solidFill>
                  <a:schemeClr val="bg1"/>
                </a:solidFill>
                <a:latin typeface="+mn-lt"/>
              </a:defRPr>
            </a:lvl1pPr>
          </a:lstStyle>
          <a:p>
            <a:pPr lvl="0"/>
            <a:r>
              <a:rPr lang="en-US"/>
              <a:t>Project 01</a:t>
            </a:r>
          </a:p>
          <a:p>
            <a:pPr lvl="0"/>
            <a:r>
              <a:rPr lang="en-US"/>
              <a:t>Some text</a:t>
            </a:r>
          </a:p>
        </p:txBody>
      </p:sp>
      <p:sp>
        <p:nvSpPr>
          <p:cNvPr id="33" name="Text Placeholder 30">
            <a:extLst>
              <a:ext uri="{FF2B5EF4-FFF2-40B4-BE49-F238E27FC236}">
                <a16:creationId xmlns:a16="http://schemas.microsoft.com/office/drawing/2014/main" id="{B8276A8C-E6B6-46C1-A36A-C677C6D65FE0}"/>
              </a:ext>
            </a:extLst>
          </p:cNvPr>
          <p:cNvSpPr>
            <a:spLocks noGrp="1"/>
          </p:cNvSpPr>
          <p:nvPr>
            <p:ph type="body" sz="quarter" idx="29" hasCustomPrompt="1"/>
          </p:nvPr>
        </p:nvSpPr>
        <p:spPr>
          <a:xfrm>
            <a:off x="1316573" y="3207024"/>
            <a:ext cx="2429517" cy="423449"/>
          </a:xfrm>
          <a:prstGeom prst="roundRect">
            <a:avLst/>
          </a:prstGeom>
          <a:solidFill>
            <a:schemeClr val="accent2"/>
          </a:solidFill>
        </p:spPr>
        <p:txBody>
          <a:bodyPr lIns="0" tIns="0" rIns="0" bIns="0" anchor="ctr"/>
          <a:lstStyle>
            <a:lvl1pPr marL="0" indent="0" algn="ctr">
              <a:spcBef>
                <a:spcPts val="0"/>
              </a:spcBef>
              <a:buNone/>
              <a:defRPr sz="1050" b="0" i="0">
                <a:solidFill>
                  <a:schemeClr val="tx1"/>
                </a:solidFill>
                <a:latin typeface="+mn-lt"/>
              </a:defRPr>
            </a:lvl1pPr>
          </a:lstStyle>
          <a:p>
            <a:pPr lvl="0"/>
            <a:r>
              <a:rPr lang="en-US"/>
              <a:t>Project 02</a:t>
            </a:r>
          </a:p>
          <a:p>
            <a:pPr lvl="0"/>
            <a:r>
              <a:rPr lang="en-US"/>
              <a:t>Some text </a:t>
            </a:r>
          </a:p>
        </p:txBody>
      </p:sp>
      <p:sp>
        <p:nvSpPr>
          <p:cNvPr id="7" name="Text Placeholder 30">
            <a:extLst>
              <a:ext uri="{FF2B5EF4-FFF2-40B4-BE49-F238E27FC236}">
                <a16:creationId xmlns:a16="http://schemas.microsoft.com/office/drawing/2014/main" id="{1FEF7065-F2BA-D856-986F-6CB3F8C10EFF}"/>
              </a:ext>
            </a:extLst>
          </p:cNvPr>
          <p:cNvSpPr>
            <a:spLocks noGrp="1"/>
          </p:cNvSpPr>
          <p:nvPr>
            <p:ph type="body" sz="quarter" idx="33" hasCustomPrompt="1"/>
          </p:nvPr>
        </p:nvSpPr>
        <p:spPr>
          <a:xfrm>
            <a:off x="2531330" y="3846963"/>
            <a:ext cx="4109499" cy="423449"/>
          </a:xfrm>
          <a:prstGeom prst="roundRect">
            <a:avLst/>
          </a:prstGeom>
          <a:solidFill>
            <a:schemeClr val="accent3"/>
          </a:solidFill>
        </p:spPr>
        <p:txBody>
          <a:bodyPr lIns="0" tIns="0" rIns="0" bIns="0" anchor="ctr"/>
          <a:lstStyle>
            <a:lvl1pPr marL="0" indent="0" algn="ctr">
              <a:spcBef>
                <a:spcPts val="0"/>
              </a:spcBef>
              <a:buNone/>
              <a:defRPr sz="1050" b="0" i="0">
                <a:solidFill>
                  <a:schemeClr val="tx1"/>
                </a:solidFill>
                <a:latin typeface="+mn-lt"/>
              </a:defRPr>
            </a:lvl1pPr>
          </a:lstStyle>
          <a:p>
            <a:pPr lvl="0"/>
            <a:r>
              <a:rPr lang="en-US"/>
              <a:t>Project 03</a:t>
            </a:r>
          </a:p>
          <a:p>
            <a:pPr lvl="0"/>
            <a:r>
              <a:rPr lang="en-US"/>
              <a:t>Some text</a:t>
            </a:r>
          </a:p>
        </p:txBody>
      </p:sp>
      <p:sp>
        <p:nvSpPr>
          <p:cNvPr id="8" name="Text Placeholder 30">
            <a:extLst>
              <a:ext uri="{FF2B5EF4-FFF2-40B4-BE49-F238E27FC236}">
                <a16:creationId xmlns:a16="http://schemas.microsoft.com/office/drawing/2014/main" id="{1E168C9F-03F2-171C-7F6A-1278314E7136}"/>
              </a:ext>
            </a:extLst>
          </p:cNvPr>
          <p:cNvSpPr>
            <a:spLocks noGrp="1"/>
          </p:cNvSpPr>
          <p:nvPr>
            <p:ph type="body" sz="quarter" idx="34" hasCustomPrompt="1"/>
          </p:nvPr>
        </p:nvSpPr>
        <p:spPr>
          <a:xfrm>
            <a:off x="6202065" y="3207024"/>
            <a:ext cx="2671394" cy="423449"/>
          </a:xfrm>
          <a:prstGeom prst="roundRect">
            <a:avLst/>
          </a:prstGeom>
          <a:solidFill>
            <a:schemeClr val="accent3">
              <a:lumMod val="20000"/>
              <a:lumOff val="80000"/>
            </a:schemeClr>
          </a:solidFill>
        </p:spPr>
        <p:txBody>
          <a:bodyPr lIns="0" tIns="0" rIns="0" bIns="0" anchor="ctr"/>
          <a:lstStyle>
            <a:lvl1pPr marL="0" indent="0" algn="ctr">
              <a:spcBef>
                <a:spcPts val="0"/>
              </a:spcBef>
              <a:buNone/>
              <a:defRPr sz="1050" b="0" i="0">
                <a:solidFill>
                  <a:schemeClr val="tx1"/>
                </a:solidFill>
                <a:latin typeface="+mn-lt"/>
              </a:defRPr>
            </a:lvl1pPr>
          </a:lstStyle>
          <a:p>
            <a:pPr lvl="0"/>
            <a:r>
              <a:rPr lang="en-US"/>
              <a:t>Project 04</a:t>
            </a:r>
          </a:p>
          <a:p>
            <a:pPr lvl="0"/>
            <a:r>
              <a:rPr lang="en-US"/>
              <a:t>Some text </a:t>
            </a:r>
          </a:p>
        </p:txBody>
      </p:sp>
      <p:sp>
        <p:nvSpPr>
          <p:cNvPr id="10" name="Text Placeholder 30">
            <a:extLst>
              <a:ext uri="{FF2B5EF4-FFF2-40B4-BE49-F238E27FC236}">
                <a16:creationId xmlns:a16="http://schemas.microsoft.com/office/drawing/2014/main" id="{FE5B65BD-9E54-A3C0-3465-57F1B780A628}"/>
              </a:ext>
            </a:extLst>
          </p:cNvPr>
          <p:cNvSpPr>
            <a:spLocks noGrp="1"/>
          </p:cNvSpPr>
          <p:nvPr>
            <p:ph type="body" sz="quarter" idx="36" hasCustomPrompt="1"/>
          </p:nvPr>
        </p:nvSpPr>
        <p:spPr>
          <a:xfrm>
            <a:off x="6187463" y="4486902"/>
            <a:ext cx="3379779" cy="423449"/>
          </a:xfrm>
          <a:prstGeom prst="roundRect">
            <a:avLst/>
          </a:prstGeom>
          <a:solidFill>
            <a:schemeClr val="accent1">
              <a:lumMod val="20000"/>
              <a:lumOff val="80000"/>
            </a:schemeClr>
          </a:solidFill>
        </p:spPr>
        <p:txBody>
          <a:bodyPr lIns="0" tIns="0" rIns="0" bIns="0" anchor="ctr"/>
          <a:lstStyle>
            <a:lvl1pPr marL="0" indent="0" algn="ctr">
              <a:spcBef>
                <a:spcPts val="0"/>
              </a:spcBef>
              <a:buNone/>
              <a:defRPr sz="1050" b="0" i="0">
                <a:solidFill>
                  <a:schemeClr val="tx1"/>
                </a:solidFill>
                <a:latin typeface="+mn-lt"/>
              </a:defRPr>
            </a:lvl1pPr>
          </a:lstStyle>
          <a:p>
            <a:pPr lvl="0"/>
            <a:r>
              <a:rPr lang="en-US"/>
              <a:t>Project 05</a:t>
            </a:r>
          </a:p>
          <a:p>
            <a:pPr lvl="0"/>
            <a:r>
              <a:rPr lang="en-US"/>
              <a:t>Some text</a:t>
            </a:r>
          </a:p>
        </p:txBody>
      </p:sp>
      <p:sp>
        <p:nvSpPr>
          <p:cNvPr id="9" name="Text Placeholder 30">
            <a:extLst>
              <a:ext uri="{FF2B5EF4-FFF2-40B4-BE49-F238E27FC236}">
                <a16:creationId xmlns:a16="http://schemas.microsoft.com/office/drawing/2014/main" id="{53716D61-5757-2F26-72FD-1AACD8C1957D}"/>
              </a:ext>
            </a:extLst>
          </p:cNvPr>
          <p:cNvSpPr>
            <a:spLocks noGrp="1"/>
          </p:cNvSpPr>
          <p:nvPr>
            <p:ph type="body" sz="quarter" idx="35" hasCustomPrompt="1"/>
          </p:nvPr>
        </p:nvSpPr>
        <p:spPr>
          <a:xfrm>
            <a:off x="8332844" y="3862135"/>
            <a:ext cx="3379779" cy="423449"/>
          </a:xfrm>
          <a:prstGeom prst="roundRect">
            <a:avLst/>
          </a:prstGeom>
          <a:solidFill>
            <a:schemeClr val="accent4"/>
          </a:solidFill>
        </p:spPr>
        <p:txBody>
          <a:bodyPr lIns="0" tIns="0" rIns="0" bIns="0" anchor="ctr"/>
          <a:lstStyle>
            <a:lvl1pPr marL="0" indent="0" algn="ctr">
              <a:spcBef>
                <a:spcPts val="0"/>
              </a:spcBef>
              <a:buNone/>
              <a:defRPr sz="1050" b="0" i="0">
                <a:solidFill>
                  <a:schemeClr val="tx1"/>
                </a:solidFill>
                <a:latin typeface="+mn-lt"/>
              </a:defRPr>
            </a:lvl1pPr>
          </a:lstStyle>
          <a:p>
            <a:pPr lvl="0"/>
            <a:r>
              <a:rPr lang="en-US"/>
              <a:t>Project 06</a:t>
            </a:r>
          </a:p>
          <a:p>
            <a:pPr lvl="0"/>
            <a:r>
              <a:rPr lang="en-US"/>
              <a:t>Some text</a:t>
            </a:r>
          </a:p>
        </p:txBody>
      </p:sp>
      <p:sp>
        <p:nvSpPr>
          <p:cNvPr id="11" name="Slide Number Placeholder 2">
            <a:extLst>
              <a:ext uri="{FF2B5EF4-FFF2-40B4-BE49-F238E27FC236}">
                <a16:creationId xmlns:a16="http://schemas.microsoft.com/office/drawing/2014/main" id="{4F17AB1C-5855-5E1D-6B44-825F988F0B17}"/>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3067276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ight imag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6747F9-B66F-041E-A24B-4E960E74A7C2}"/>
              </a:ext>
            </a:extLst>
          </p:cNvPr>
          <p:cNvSpPr>
            <a:spLocks noGrp="1"/>
          </p:cNvSpPr>
          <p:nvPr>
            <p:ph type="title"/>
          </p:nvPr>
        </p:nvSpPr>
        <p:spPr>
          <a:xfrm>
            <a:off x="407988" y="441325"/>
            <a:ext cx="6372225" cy="394504"/>
          </a:xfrm>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2" name="Text Placeholder 2">
            <a:extLst>
              <a:ext uri="{FF2B5EF4-FFF2-40B4-BE49-F238E27FC236}">
                <a16:creationId xmlns:a16="http://schemas.microsoft.com/office/drawing/2014/main" id="{61127C9B-136C-DF4E-A732-C526F6D3652F}"/>
              </a:ext>
            </a:extLst>
          </p:cNvPr>
          <p:cNvSpPr>
            <a:spLocks noGrp="1"/>
          </p:cNvSpPr>
          <p:nvPr>
            <p:ph type="body" sz="quarter" idx="19"/>
          </p:nvPr>
        </p:nvSpPr>
        <p:spPr>
          <a:xfrm>
            <a:off x="407988" y="1376362"/>
            <a:ext cx="6372225" cy="4789487"/>
          </a:xfrm>
          <a:prstGeom prst="rect">
            <a:avLst/>
          </a:prstGeom>
        </p:spPr>
        <p:txBody>
          <a:bodyPr/>
          <a:lstStyle>
            <a:lvl1pPr>
              <a:defRPr b="0" i="0">
                <a:solidFill>
                  <a:schemeClr val="tx1"/>
                </a:solidFill>
                <a:latin typeface="+mn-lt"/>
              </a:defRPr>
            </a:lvl1pPr>
            <a:lvl2pPr>
              <a:defRPr b="0" i="0">
                <a:solidFill>
                  <a:schemeClr val="tx1"/>
                </a:solidFill>
                <a:latin typeface="+mn-lt"/>
              </a:defRPr>
            </a:lvl2pPr>
            <a:lvl3pPr>
              <a:defRPr b="0" i="0">
                <a:solidFill>
                  <a:schemeClr val="tx1"/>
                </a:solidFill>
                <a:latin typeface="+mn-lt"/>
              </a:defRPr>
            </a:lvl3pPr>
            <a:lvl4pPr>
              <a:defRPr b="0" i="0">
                <a:solidFill>
                  <a:schemeClr val="tx1"/>
                </a:solidFill>
                <a:latin typeface="+mn-lt"/>
              </a:defRPr>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Picture Placeholder 2">
            <a:extLst>
              <a:ext uri="{FF2B5EF4-FFF2-40B4-BE49-F238E27FC236}">
                <a16:creationId xmlns:a16="http://schemas.microsoft.com/office/drawing/2014/main" id="{59E41CCA-A38D-4A44-BAA5-F74E76A02DFA}"/>
              </a:ext>
            </a:extLst>
          </p:cNvPr>
          <p:cNvSpPr>
            <a:spLocks noGrp="1"/>
          </p:cNvSpPr>
          <p:nvPr>
            <p:ph type="pic" sz="quarter" idx="18"/>
          </p:nvPr>
        </p:nvSpPr>
        <p:spPr>
          <a:xfrm>
            <a:off x="7286625" y="441325"/>
            <a:ext cx="4497388" cy="5895679"/>
          </a:xfrm>
          <a:prstGeom prst="roundRect">
            <a:avLst>
              <a:gd name="adj" fmla="val 4578"/>
            </a:avLst>
          </a:prstGeom>
        </p:spPr>
        <p:txBody>
          <a:bodyPr/>
          <a:lstStyle>
            <a:lvl1pPr marL="0" indent="0">
              <a:buNone/>
              <a:defRPr b="0" i="0">
                <a:latin typeface="Arial" panose="020B0604020202020204" pitchFamily="34" charset="0"/>
              </a:defRPr>
            </a:lvl1pPr>
          </a:lstStyle>
          <a:p>
            <a:r>
              <a:rPr lang="en-GB"/>
              <a:t>Click icon to add picture</a:t>
            </a:r>
            <a:endParaRPr lang="en-US"/>
          </a:p>
        </p:txBody>
      </p:sp>
      <p:sp>
        <p:nvSpPr>
          <p:cNvPr id="7" name="Slide Number Placeholder 2">
            <a:extLst>
              <a:ext uri="{FF2B5EF4-FFF2-40B4-BE49-F238E27FC236}">
                <a16:creationId xmlns:a16="http://schemas.microsoft.com/office/drawing/2014/main" id="{49F3AC3C-EBEE-A1DB-59FF-C9AB4E792566}"/>
              </a:ext>
              <a:ext uri="{C183D7F6-B498-43B3-948B-1728B52AA6E4}">
                <adec:decorative xmlns:adec="http://schemas.microsoft.com/office/drawing/2017/decorative" val="1"/>
              </a:ext>
            </a:extLst>
          </p:cNvPr>
          <p:cNvSpPr>
            <a:spLocks noGrp="1"/>
          </p:cNvSpPr>
          <p:nvPr>
            <p:ph type="sldNum" sz="quarter" idx="10"/>
          </p:nvPr>
        </p:nvSpPr>
        <p:spPr>
          <a:xfrm>
            <a:off x="11653284" y="6337004"/>
            <a:ext cx="538716" cy="520995"/>
          </a:xfrm>
          <a:prstGeom prst="rect">
            <a:avLst/>
          </a:prstGeom>
        </p:spPr>
        <p:txBody>
          <a:bodyPr/>
          <a:lstStyle>
            <a:lvl1pPr>
              <a:defRPr b="0" i="0">
                <a:solidFill>
                  <a:schemeClr val="tx1"/>
                </a:solidFill>
                <a:latin typeface="Arial" panose="020B0604020202020204" pitchFamily="34" charset="0"/>
              </a:defRPr>
            </a:lvl1pPr>
          </a:lstStyle>
          <a:p>
            <a:fld id="{D78E96AE-B5B5-49FC-BED4-FF80B77E5CAF}" type="slidenum">
              <a:rPr lang="en-DK" smtClean="0"/>
              <a:pPr/>
              <a:t>‹#›</a:t>
            </a:fld>
            <a:endParaRPr lang="en-DK"/>
          </a:p>
        </p:txBody>
      </p:sp>
    </p:spTree>
    <p:extLst>
      <p:ext uri="{BB962C8B-B14F-4D97-AF65-F5344CB8AC3E}">
        <p14:creationId xmlns:p14="http://schemas.microsoft.com/office/powerpoint/2010/main" val="1158534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53" userDrawn="1">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eft imag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6747F9-B66F-041E-A24B-4E960E74A7C2}"/>
              </a:ext>
            </a:extLst>
          </p:cNvPr>
          <p:cNvSpPr>
            <a:spLocks noGrp="1"/>
          </p:cNvSpPr>
          <p:nvPr>
            <p:ph type="title"/>
          </p:nvPr>
        </p:nvSpPr>
        <p:spPr>
          <a:xfrm>
            <a:off x="5420086" y="441325"/>
            <a:ext cx="6372225" cy="394504"/>
          </a:xfrm>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2" name="Text Placeholder 2">
            <a:extLst>
              <a:ext uri="{FF2B5EF4-FFF2-40B4-BE49-F238E27FC236}">
                <a16:creationId xmlns:a16="http://schemas.microsoft.com/office/drawing/2014/main" id="{61127C9B-136C-DF4E-A732-C526F6D3652F}"/>
              </a:ext>
            </a:extLst>
          </p:cNvPr>
          <p:cNvSpPr>
            <a:spLocks noGrp="1"/>
          </p:cNvSpPr>
          <p:nvPr>
            <p:ph type="body" sz="quarter" idx="19"/>
          </p:nvPr>
        </p:nvSpPr>
        <p:spPr>
          <a:xfrm>
            <a:off x="5420086" y="1376362"/>
            <a:ext cx="6372225" cy="4789487"/>
          </a:xfrm>
          <a:prstGeom prst="rect">
            <a:avLst/>
          </a:prstGeom>
        </p:spPr>
        <p:txBody>
          <a:bodyPr/>
          <a:lstStyle>
            <a:lvl1pPr>
              <a:defRPr b="0" i="0">
                <a:solidFill>
                  <a:schemeClr val="tx1"/>
                </a:solidFill>
                <a:latin typeface="+mn-lt"/>
              </a:defRPr>
            </a:lvl1pPr>
            <a:lvl2pPr>
              <a:defRPr b="0" i="0">
                <a:solidFill>
                  <a:schemeClr val="tx1"/>
                </a:solidFill>
                <a:latin typeface="+mn-lt"/>
              </a:defRPr>
            </a:lvl2pPr>
            <a:lvl3pPr>
              <a:defRPr b="0" i="0">
                <a:solidFill>
                  <a:schemeClr val="tx1"/>
                </a:solidFill>
                <a:latin typeface="+mn-lt"/>
              </a:defRPr>
            </a:lvl3pPr>
            <a:lvl4pPr>
              <a:defRPr b="0" i="0">
                <a:solidFill>
                  <a:schemeClr val="tx1"/>
                </a:solidFill>
                <a:latin typeface="+mn-lt"/>
              </a:defRPr>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Picture Placeholder 2">
            <a:extLst>
              <a:ext uri="{FF2B5EF4-FFF2-40B4-BE49-F238E27FC236}">
                <a16:creationId xmlns:a16="http://schemas.microsoft.com/office/drawing/2014/main" id="{59E41CCA-A38D-4A44-BAA5-F74E76A02DFA}"/>
              </a:ext>
            </a:extLst>
          </p:cNvPr>
          <p:cNvSpPr>
            <a:spLocks noGrp="1"/>
          </p:cNvSpPr>
          <p:nvPr>
            <p:ph type="pic" sz="quarter" idx="18"/>
          </p:nvPr>
        </p:nvSpPr>
        <p:spPr>
          <a:xfrm>
            <a:off x="399689" y="441325"/>
            <a:ext cx="4497387" cy="5895679"/>
          </a:xfrm>
          <a:prstGeom prst="roundRect">
            <a:avLst>
              <a:gd name="adj" fmla="val 4578"/>
            </a:avLst>
          </a:prstGeom>
        </p:spPr>
        <p:txBody>
          <a:bodyPr/>
          <a:lstStyle>
            <a:lvl1pPr marL="0" indent="0">
              <a:buNone/>
              <a:defRPr b="0" i="0">
                <a:latin typeface="Arial" panose="020B0604020202020204" pitchFamily="34" charset="0"/>
              </a:defRPr>
            </a:lvl1pPr>
          </a:lstStyle>
          <a:p>
            <a:r>
              <a:rPr lang="en-GB"/>
              <a:t>Click icon to add picture</a:t>
            </a:r>
            <a:endParaRPr lang="en-US"/>
          </a:p>
        </p:txBody>
      </p:sp>
      <p:sp>
        <p:nvSpPr>
          <p:cNvPr id="7" name="Slide Number Placeholder 2">
            <a:extLst>
              <a:ext uri="{FF2B5EF4-FFF2-40B4-BE49-F238E27FC236}">
                <a16:creationId xmlns:a16="http://schemas.microsoft.com/office/drawing/2014/main" id="{49F3AC3C-EBEE-A1DB-59FF-C9AB4E792566}"/>
              </a:ext>
              <a:ext uri="{C183D7F6-B498-43B3-948B-1728B52AA6E4}">
                <adec:decorative xmlns:adec="http://schemas.microsoft.com/office/drawing/2017/decorative" val="1"/>
              </a:ext>
            </a:extLst>
          </p:cNvPr>
          <p:cNvSpPr>
            <a:spLocks noGrp="1"/>
          </p:cNvSpPr>
          <p:nvPr>
            <p:ph type="sldNum" sz="quarter" idx="10"/>
          </p:nvPr>
        </p:nvSpPr>
        <p:spPr>
          <a:xfrm>
            <a:off x="11653284" y="6337004"/>
            <a:ext cx="538716" cy="520995"/>
          </a:xfrm>
          <a:prstGeom prst="rect">
            <a:avLst/>
          </a:prstGeom>
        </p:spPr>
        <p:txBody>
          <a:bodyPr/>
          <a:lstStyle>
            <a:lvl1pPr>
              <a:defRPr b="0" i="0">
                <a:solidFill>
                  <a:schemeClr val="tx1"/>
                </a:solidFill>
                <a:latin typeface="Arial" panose="020B0604020202020204" pitchFamily="34" charset="0"/>
              </a:defRPr>
            </a:lvl1pPr>
          </a:lstStyle>
          <a:p>
            <a:fld id="{D78E96AE-B5B5-49FC-BED4-FF80B77E5CAF}" type="slidenum">
              <a:rPr lang="en-DK" smtClean="0"/>
              <a:pPr/>
              <a:t>‹#›</a:t>
            </a:fld>
            <a:endParaRPr lang="en-DK"/>
          </a:p>
        </p:txBody>
      </p:sp>
    </p:spTree>
    <p:extLst>
      <p:ext uri="{BB962C8B-B14F-4D97-AF65-F5344CB8AC3E}">
        <p14:creationId xmlns:p14="http://schemas.microsoft.com/office/powerpoint/2010/main" val="2344251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53" userDrawn="1">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Full slid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CB09894-F78D-50C8-51D7-3BEE63AECF36}"/>
              </a:ext>
            </a:extLst>
          </p:cNvPr>
          <p:cNvSpPr>
            <a:spLocks noGrp="1"/>
          </p:cNvSpPr>
          <p:nvPr>
            <p:ph type="pic" sz="quarter" idx="11"/>
          </p:nvPr>
        </p:nvSpPr>
        <p:spPr>
          <a:xfrm>
            <a:off x="0" y="0"/>
            <a:ext cx="12192000" cy="6858000"/>
          </a:xfrm>
          <a:prstGeom prst="rect">
            <a:avLst/>
          </a:prstGeom>
        </p:spPr>
        <p:txBody>
          <a:bodyPr/>
          <a:lstStyle>
            <a:lvl1pPr marL="0" marR="0" indent="0" algn="l" defTabSz="914400" rtl="0" eaLnBrk="1" fontAlgn="auto" latinLnBrk="0" hangingPunct="1">
              <a:lnSpc>
                <a:spcPct val="100000"/>
              </a:lnSpc>
              <a:spcBef>
                <a:spcPts val="1200"/>
              </a:spcBef>
              <a:spcAft>
                <a:spcPts val="0"/>
              </a:spcAft>
              <a:buClr>
                <a:schemeClr val="tx1"/>
              </a:buClr>
              <a:buSzTx/>
              <a:buFont typeface="Arial" panose="020B0604020202020204" pitchFamily="34" charset="0"/>
              <a:buNone/>
              <a:tabLst/>
              <a:defRPr b="0" i="0">
                <a:latin typeface="Arial" panose="020B0604020202020204" pitchFamily="34" charset="0"/>
              </a:defRPr>
            </a:lvl1pPr>
          </a:lstStyle>
          <a:p>
            <a:pPr marL="342900" marR="0" lvl="0" indent="-342900" algn="l" defTabSz="914400" rtl="0" eaLnBrk="1" fontAlgn="auto" latinLnBrk="0" hangingPunct="1">
              <a:lnSpc>
                <a:spcPct val="100000"/>
              </a:lnSpc>
              <a:spcBef>
                <a:spcPts val="1200"/>
              </a:spcBef>
              <a:spcAft>
                <a:spcPts val="0"/>
              </a:spcAft>
              <a:buClr>
                <a:schemeClr val="accent3"/>
              </a:buClr>
              <a:buSzTx/>
              <a:tabLst/>
              <a:defRPr/>
            </a:pPr>
            <a:r>
              <a:rPr lang="en-GB"/>
              <a:t>Click icon to add picture</a:t>
            </a:r>
            <a:endParaRPr lang="en-US"/>
          </a:p>
        </p:txBody>
      </p:sp>
    </p:spTree>
    <p:extLst>
      <p:ext uri="{BB962C8B-B14F-4D97-AF65-F5344CB8AC3E}">
        <p14:creationId xmlns:p14="http://schemas.microsoft.com/office/powerpoint/2010/main" val="60098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Right text slide with left green box">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8EC80403-9BFD-6BF9-31FE-DA3029C5AA36}"/>
              </a:ext>
            </a:extLst>
          </p:cNvPr>
          <p:cNvSpPr>
            <a:spLocks noGrp="1"/>
          </p:cNvSpPr>
          <p:nvPr>
            <p:ph type="title"/>
          </p:nvPr>
        </p:nvSpPr>
        <p:spPr>
          <a:xfrm>
            <a:off x="5418053" y="436645"/>
            <a:ext cx="6365960" cy="467364"/>
          </a:xfrm>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3" name="Text Placeholder 6">
            <a:extLst>
              <a:ext uri="{FF2B5EF4-FFF2-40B4-BE49-F238E27FC236}">
                <a16:creationId xmlns:a16="http://schemas.microsoft.com/office/drawing/2014/main" id="{62A5E6A2-82DE-C527-3A43-4A2361346B29}"/>
              </a:ext>
            </a:extLst>
          </p:cNvPr>
          <p:cNvSpPr>
            <a:spLocks noGrp="1"/>
          </p:cNvSpPr>
          <p:nvPr>
            <p:ph type="body" sz="quarter" idx="13"/>
          </p:nvPr>
        </p:nvSpPr>
        <p:spPr>
          <a:xfrm>
            <a:off x="5418054" y="1376362"/>
            <a:ext cx="6365960" cy="4789487"/>
          </a:xfrm>
          <a:prstGeom prst="rect">
            <a:avLst/>
          </a:prstGeom>
        </p:spPr>
        <p:txBody>
          <a:bodyPr lIns="0"/>
          <a:lstStyle>
            <a:lvl1pPr>
              <a:defRPr b="0" i="0">
                <a:solidFill>
                  <a:schemeClr val="tx1"/>
                </a:solidFill>
                <a:latin typeface="+mn-lt"/>
              </a:defRPr>
            </a:lvl1pPr>
            <a:lvl2pPr>
              <a:defRPr b="0" i="0">
                <a:solidFill>
                  <a:schemeClr val="tx1"/>
                </a:solidFill>
                <a:latin typeface="+mn-lt"/>
              </a:defRPr>
            </a:lvl2pPr>
            <a:lvl3pPr>
              <a:defRPr b="0" i="0">
                <a:solidFill>
                  <a:schemeClr val="tx1"/>
                </a:solidFill>
                <a:latin typeface="+mn-lt"/>
              </a:defRPr>
            </a:lvl3pPr>
            <a:lvl4pPr>
              <a:defRPr b="0" i="0">
                <a:solidFill>
                  <a:schemeClr val="tx1"/>
                </a:solidFill>
                <a:latin typeface="+mn-lt"/>
              </a:defRPr>
            </a:lvl4pPr>
            <a:lvl5pPr>
              <a:defRPr b="0" i="0">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14" name="Rectangle 13">
            <a:extLst>
              <a:ext uri="{FF2B5EF4-FFF2-40B4-BE49-F238E27FC236}">
                <a16:creationId xmlns:a16="http://schemas.microsoft.com/office/drawing/2014/main" id="{0615085B-477E-4E60-A857-70058C4D4D64}"/>
              </a:ext>
              <a:ext uri="{C183D7F6-B498-43B3-948B-1728B52AA6E4}">
                <adec:decorative xmlns:adec="http://schemas.microsoft.com/office/drawing/2017/decorative" val="1"/>
              </a:ext>
            </a:extLst>
          </p:cNvPr>
          <p:cNvSpPr/>
          <p:nvPr userDrawn="1"/>
        </p:nvSpPr>
        <p:spPr>
          <a:xfrm>
            <a:off x="2" y="-1"/>
            <a:ext cx="4727574"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a:latin typeface="Arial" panose="020B0604020202020204" pitchFamily="34" charset="0"/>
            </a:endParaRPr>
          </a:p>
        </p:txBody>
      </p:sp>
      <p:pic>
        <p:nvPicPr>
          <p:cNvPr id="8" name="Graphic 7" descr="Siteimprove logo">
            <a:extLst>
              <a:ext uri="{FF2B5EF4-FFF2-40B4-BE49-F238E27FC236}">
                <a16:creationId xmlns:a16="http://schemas.microsoft.com/office/drawing/2014/main" id="{50ED7256-4BCF-492C-7CF1-D211FD93FC3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17840" y="6442372"/>
            <a:ext cx="1115365" cy="274882"/>
          </a:xfrm>
          <a:prstGeom prst="rect">
            <a:avLst/>
          </a:prstGeom>
        </p:spPr>
      </p:pic>
      <p:sp>
        <p:nvSpPr>
          <p:cNvPr id="7" name="Text Placeholder 2">
            <a:extLst>
              <a:ext uri="{FF2B5EF4-FFF2-40B4-BE49-F238E27FC236}">
                <a16:creationId xmlns:a16="http://schemas.microsoft.com/office/drawing/2014/main" id="{EA4D003B-85E4-82C4-6481-8DFCB928D0BD}"/>
              </a:ext>
            </a:extLst>
          </p:cNvPr>
          <p:cNvSpPr txBox="1">
            <a:spLocks/>
          </p:cNvSpPr>
          <p:nvPr userDrawn="1"/>
        </p:nvSpPr>
        <p:spPr>
          <a:xfrm>
            <a:off x="1578786" y="6462000"/>
            <a:ext cx="3318911" cy="243629"/>
          </a:xfrm>
          <a:prstGeom prst="rect">
            <a:avLst/>
          </a:prstGeom>
          <a:noFill/>
        </p:spPr>
        <p:txBody>
          <a:bodyPr vert="horz" lIns="0" tIns="0" rIns="0" bIns="0" rtlCol="0" anchor="ctr">
            <a:noAutofit/>
          </a:bodyPr>
          <a:lstStyle>
            <a:lvl1pPr marL="228600" indent="-228600" algn="l" defTabSz="914400" rtl="0" eaLnBrk="1" latinLnBrk="0" hangingPunct="1">
              <a:lnSpc>
                <a:spcPct val="100000"/>
              </a:lnSpc>
              <a:spcBef>
                <a:spcPts val="1200"/>
              </a:spcBef>
              <a:buClr>
                <a:schemeClr val="accent3"/>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3"/>
              </a:buClr>
              <a:buFont typeface="Arial" panose="020B0604020202020204" pitchFamily="34" charset="0"/>
              <a:buChar char="•"/>
              <a:defRPr sz="1200" kern="1200">
                <a:solidFill>
                  <a:schemeClr val="tx1"/>
                </a:solidFill>
                <a:latin typeface="+mn-lt"/>
                <a:ea typeface="+mn-ea"/>
                <a:cs typeface="+mn-cs"/>
              </a:defRPr>
            </a:lvl2pPr>
            <a:lvl3pPr marL="1117600" indent="-203200" algn="l" defTabSz="914400" rtl="0" eaLnBrk="1" latinLnBrk="0" hangingPunct="1">
              <a:lnSpc>
                <a:spcPct val="10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1574800" indent="-203200" algn="l" defTabSz="914400" rtl="0" eaLnBrk="1" latinLnBrk="0" hangingPunct="1">
              <a:lnSpc>
                <a:spcPct val="100000"/>
              </a:lnSpc>
              <a:spcBef>
                <a:spcPts val="500"/>
              </a:spcBef>
              <a:buClr>
                <a:schemeClr val="accent3"/>
              </a:buClr>
              <a:buFont typeface="Arial" panose="020B0604020202020204" pitchFamily="34" charset="0"/>
              <a:buChar char="•"/>
              <a:defRPr sz="900" kern="1200">
                <a:solidFill>
                  <a:schemeClr val="tx1"/>
                </a:solidFill>
                <a:latin typeface="+mn-lt"/>
                <a:ea typeface="+mn-ea"/>
                <a:cs typeface="+mn-cs"/>
              </a:defRPr>
            </a:lvl4pPr>
            <a:lvl5pPr marL="1981200" indent="-152400" algn="l" defTabSz="914400" rtl="0" eaLnBrk="1" latinLnBrk="0" hangingPunct="1">
              <a:lnSpc>
                <a:spcPct val="100000"/>
              </a:lnSpc>
              <a:spcBef>
                <a:spcPts val="500"/>
              </a:spcBef>
              <a:buClr>
                <a:schemeClr val="accent3"/>
              </a:buClr>
              <a:buFont typeface="Arial" panose="020B0604020202020204" pitchFamily="34" charset="0"/>
              <a:buChar char="•"/>
              <a:defRPr sz="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800" b="0" i="0" u="none" strike="noStrike" kern="1200" cap="none" spc="0" normalizeH="0" baseline="0" noProof="0">
                <a:ln>
                  <a:noFill/>
                </a:ln>
                <a:solidFill>
                  <a:schemeClr val="tx1"/>
                </a:solidFill>
                <a:effectLst/>
                <a:uLnTx/>
                <a:uFillTx/>
                <a:latin typeface="Arial" panose="020B0604020202020204" pitchFamily="34" charset="0"/>
                <a:ea typeface="+mn-ea"/>
                <a:cs typeface="+mn-cs"/>
              </a:rPr>
              <a:t>© Siteimprove CONFIDENTIAL</a:t>
            </a:r>
          </a:p>
        </p:txBody>
      </p:sp>
      <p:sp>
        <p:nvSpPr>
          <p:cNvPr id="4" name="Slide Number Placeholder 2">
            <a:extLst>
              <a:ext uri="{FF2B5EF4-FFF2-40B4-BE49-F238E27FC236}">
                <a16:creationId xmlns:a16="http://schemas.microsoft.com/office/drawing/2014/main" id="{A25528B2-E6CE-DCB0-7059-7FF77A775AF3}"/>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3065252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eft text slide with right green box">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6747F9-B66F-041E-A24B-4E960E74A7C2}"/>
              </a:ext>
            </a:extLst>
          </p:cNvPr>
          <p:cNvSpPr>
            <a:spLocks noGrp="1"/>
          </p:cNvSpPr>
          <p:nvPr>
            <p:ph type="title"/>
          </p:nvPr>
        </p:nvSpPr>
        <p:spPr>
          <a:xfrm>
            <a:off x="407988" y="441325"/>
            <a:ext cx="6372225" cy="441902"/>
          </a:xfrm>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2" name="Text Placeholder 2">
            <a:extLst>
              <a:ext uri="{FF2B5EF4-FFF2-40B4-BE49-F238E27FC236}">
                <a16:creationId xmlns:a16="http://schemas.microsoft.com/office/drawing/2014/main" id="{61127C9B-136C-DF4E-A732-C526F6D3652F}"/>
              </a:ext>
            </a:extLst>
          </p:cNvPr>
          <p:cNvSpPr>
            <a:spLocks noGrp="1"/>
          </p:cNvSpPr>
          <p:nvPr>
            <p:ph type="body" sz="quarter" idx="19"/>
          </p:nvPr>
        </p:nvSpPr>
        <p:spPr>
          <a:xfrm>
            <a:off x="407988" y="1376362"/>
            <a:ext cx="6372225" cy="4789487"/>
          </a:xfrm>
          <a:prstGeom prst="rect">
            <a:avLst/>
          </a:prstGeom>
        </p:spPr>
        <p:txBody>
          <a:bodyPr/>
          <a:lstStyle>
            <a:lvl1pPr>
              <a:defRPr b="0" i="0">
                <a:solidFill>
                  <a:schemeClr val="tx1"/>
                </a:solidFill>
                <a:latin typeface="+mn-lt"/>
              </a:defRPr>
            </a:lvl1pPr>
            <a:lvl2pPr>
              <a:defRPr b="0" i="0">
                <a:solidFill>
                  <a:schemeClr val="tx1"/>
                </a:solidFill>
                <a:latin typeface="+mn-lt"/>
              </a:defRPr>
            </a:lvl2pPr>
            <a:lvl3pPr>
              <a:defRPr b="0" i="0">
                <a:solidFill>
                  <a:schemeClr val="tx1"/>
                </a:solidFill>
                <a:latin typeface="+mn-lt"/>
              </a:defRPr>
            </a:lvl3pPr>
            <a:lvl4pPr>
              <a:defRPr b="0" i="0">
                <a:solidFill>
                  <a:schemeClr val="tx1"/>
                </a:solidFill>
                <a:latin typeface="+mn-lt"/>
              </a:defRPr>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Rectangle 5">
            <a:extLst>
              <a:ext uri="{FF2B5EF4-FFF2-40B4-BE49-F238E27FC236}">
                <a16:creationId xmlns:a16="http://schemas.microsoft.com/office/drawing/2014/main" id="{BDF0661F-AB4E-4E2E-4BC5-8FCFABE4C8E5}"/>
              </a:ext>
              <a:ext uri="{C183D7F6-B498-43B3-948B-1728B52AA6E4}">
                <adec:decorative xmlns:adec="http://schemas.microsoft.com/office/drawing/2017/decorative" val="1"/>
              </a:ext>
            </a:extLst>
          </p:cNvPr>
          <p:cNvSpPr/>
          <p:nvPr userDrawn="1"/>
        </p:nvSpPr>
        <p:spPr>
          <a:xfrm>
            <a:off x="7464425" y="-1"/>
            <a:ext cx="4727575"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a:latin typeface="Arial" panose="020B0604020202020204" pitchFamily="34" charset="0"/>
            </a:endParaRPr>
          </a:p>
        </p:txBody>
      </p:sp>
      <p:sp>
        <p:nvSpPr>
          <p:cNvPr id="3" name="Slide Number Placeholder 2">
            <a:extLst>
              <a:ext uri="{FF2B5EF4-FFF2-40B4-BE49-F238E27FC236}">
                <a16:creationId xmlns:a16="http://schemas.microsoft.com/office/drawing/2014/main" id="{136C962A-4B6B-FDA3-33D5-16679D883008}"/>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4052477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53" userDrawn="1">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eft content slide with green backgroun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18A74053-B87D-34FA-620D-31D099DFD943}"/>
              </a:ext>
              <a:ext uri="{C183D7F6-B498-43B3-948B-1728B52AA6E4}">
                <adec:decorative xmlns:adec="http://schemas.microsoft.com/office/drawing/2017/decorative" val="1"/>
              </a:ext>
            </a:extLst>
          </p:cNvPr>
          <p:cNvSpPr/>
          <p:nvPr userDrawn="1"/>
        </p:nvSpPr>
        <p:spPr>
          <a:xfrm>
            <a:off x="407988" y="441325"/>
            <a:ext cx="5688012" cy="5724524"/>
          </a:xfrm>
          <a:prstGeom prst="roundRect">
            <a:avLst>
              <a:gd name="adj" fmla="val 5364"/>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b="1" i="0">
              <a:latin typeface="Arial" panose="020B0604020202020204" pitchFamily="34" charset="0"/>
            </a:endParaRPr>
          </a:p>
        </p:txBody>
      </p:sp>
      <p:sp>
        <p:nvSpPr>
          <p:cNvPr id="7" name="Title 2">
            <a:extLst>
              <a:ext uri="{FF2B5EF4-FFF2-40B4-BE49-F238E27FC236}">
                <a16:creationId xmlns:a16="http://schemas.microsoft.com/office/drawing/2014/main" id="{9FE00875-61E7-80C5-938F-63F6C17A0C56}"/>
              </a:ext>
            </a:extLst>
          </p:cNvPr>
          <p:cNvSpPr>
            <a:spLocks noGrp="1"/>
          </p:cNvSpPr>
          <p:nvPr>
            <p:ph type="title"/>
          </p:nvPr>
        </p:nvSpPr>
        <p:spPr>
          <a:xfrm>
            <a:off x="936626" y="969963"/>
            <a:ext cx="4049762" cy="787400"/>
          </a:xfrm>
          <a:prstGeom prst="rect">
            <a:avLst/>
          </a:prstGeom>
        </p:spPr>
        <p:txBody>
          <a:bodyPr/>
          <a:lstStyle>
            <a:lvl1pPr>
              <a:defRPr sz="2800" b="1" i="0">
                <a:solidFill>
                  <a:schemeClr val="tx1"/>
                </a:solidFill>
                <a:latin typeface="+mj-lt"/>
                <a:cs typeface="Arial" panose="020B0604020202020204" pitchFamily="34" charset="0"/>
              </a:defRPr>
            </a:lvl1pPr>
          </a:lstStyle>
          <a:p>
            <a:r>
              <a:rPr lang="en-GB"/>
              <a:t>Click to edit Master title style</a:t>
            </a:r>
            <a:endParaRPr lang="en-DK"/>
          </a:p>
        </p:txBody>
      </p:sp>
      <p:sp>
        <p:nvSpPr>
          <p:cNvPr id="8" name="Text Placeholder 6">
            <a:extLst>
              <a:ext uri="{FF2B5EF4-FFF2-40B4-BE49-F238E27FC236}">
                <a16:creationId xmlns:a16="http://schemas.microsoft.com/office/drawing/2014/main" id="{03EF4B99-CE8F-EE1B-5BE4-93C8626E2D82}"/>
              </a:ext>
            </a:extLst>
          </p:cNvPr>
          <p:cNvSpPr>
            <a:spLocks noGrp="1"/>
          </p:cNvSpPr>
          <p:nvPr>
            <p:ph type="body" sz="quarter" idx="13"/>
          </p:nvPr>
        </p:nvSpPr>
        <p:spPr>
          <a:xfrm>
            <a:off x="937059" y="2151134"/>
            <a:ext cx="4049329" cy="3620943"/>
          </a:xfrm>
          <a:prstGeom prst="rect">
            <a:avLst/>
          </a:prstGeom>
        </p:spPr>
        <p:txBody>
          <a:bodyPr lIns="0"/>
          <a:lstStyle>
            <a:lvl1pPr marL="285750" indent="-285750">
              <a:buClr>
                <a:schemeClr val="tx1"/>
              </a:buClr>
              <a:buFont typeface="Arial" panose="020B0604020202020204" pitchFamily="34" charset="0"/>
              <a:buChar char="•"/>
              <a:defRPr b="0" i="0">
                <a:solidFill>
                  <a:schemeClr val="tx1"/>
                </a:solidFill>
                <a:latin typeface="+mn-lt"/>
              </a:defRPr>
            </a:lvl1pPr>
            <a:lvl2pPr marL="742950" indent="-285750">
              <a:buClr>
                <a:schemeClr val="tx1"/>
              </a:buClr>
              <a:buFont typeface="Arial" panose="020B0604020202020204" pitchFamily="34" charset="0"/>
              <a:buChar char="•"/>
              <a:defRPr b="0" i="0">
                <a:solidFill>
                  <a:schemeClr val="tx1"/>
                </a:solidFill>
                <a:latin typeface="+mn-lt"/>
              </a:defRPr>
            </a:lvl2pPr>
            <a:lvl3pPr marL="1200150" indent="-285750">
              <a:buClr>
                <a:schemeClr val="tx1"/>
              </a:buClr>
              <a:buFont typeface="Arial" panose="020B0604020202020204" pitchFamily="34" charset="0"/>
              <a:buChar char="•"/>
              <a:defRPr b="0" i="0">
                <a:solidFill>
                  <a:schemeClr val="tx1"/>
                </a:solidFill>
                <a:latin typeface="+mn-lt"/>
              </a:defRPr>
            </a:lvl3pPr>
            <a:lvl4pPr marL="1543050" indent="-171450">
              <a:buClr>
                <a:schemeClr val="tx1"/>
              </a:buClr>
              <a:buFont typeface="Arial" panose="020B0604020202020204" pitchFamily="34" charset="0"/>
              <a:buChar char="•"/>
              <a:defRPr b="0" i="0">
                <a:solidFill>
                  <a:schemeClr val="tx1"/>
                </a:solidFill>
                <a:latin typeface="+mn-lt"/>
              </a:defRPr>
            </a:lvl4pPr>
            <a:lvl5pPr marL="2000250" indent="-171450">
              <a:buClr>
                <a:schemeClr val="tx1"/>
              </a:buClr>
              <a:buFont typeface="Arial" panose="020B0604020202020204" pitchFamily="34" charset="0"/>
              <a:buChar char="•"/>
              <a:defRPr b="0" i="0">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3" name="Slide Number Placeholder 2">
            <a:extLst>
              <a:ext uri="{FF2B5EF4-FFF2-40B4-BE49-F238E27FC236}">
                <a16:creationId xmlns:a16="http://schemas.microsoft.com/office/drawing/2014/main" id="{98512786-DA22-079C-062E-23B2E0DE28BA}"/>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4026353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eft content slide with white background">
    <p:spTree>
      <p:nvGrpSpPr>
        <p:cNvPr id="1" name=""/>
        <p:cNvGrpSpPr/>
        <p:nvPr/>
      </p:nvGrpSpPr>
      <p:grpSpPr>
        <a:xfrm>
          <a:off x="0" y="0"/>
          <a:ext cx="0" cy="0"/>
          <a:chOff x="0" y="0"/>
          <a:chExt cx="0" cy="0"/>
        </a:xfrm>
      </p:grpSpPr>
      <p:sp>
        <p:nvSpPr>
          <p:cNvPr id="3" name="Rectangle 10">
            <a:extLst>
              <a:ext uri="{FF2B5EF4-FFF2-40B4-BE49-F238E27FC236}">
                <a16:creationId xmlns:a16="http://schemas.microsoft.com/office/drawing/2014/main" id="{A6BF1207-AA26-6A33-77C2-96EC16CB1748}"/>
              </a:ext>
              <a:ext uri="{C183D7F6-B498-43B3-948B-1728B52AA6E4}">
                <adec:decorative xmlns:adec="http://schemas.microsoft.com/office/drawing/2017/decorative" val="1"/>
              </a:ext>
            </a:extLst>
          </p:cNvPr>
          <p:cNvSpPr/>
          <p:nvPr userDrawn="1"/>
        </p:nvSpPr>
        <p:spPr>
          <a:xfrm flipH="1" flipV="1">
            <a:off x="1" y="-23149"/>
            <a:ext cx="7201815" cy="6916209"/>
          </a:xfrm>
          <a:custGeom>
            <a:avLst/>
            <a:gdLst>
              <a:gd name="connsiteX0" fmla="*/ 0 w 5633545"/>
              <a:gd name="connsiteY0" fmla="*/ 0 h 6866784"/>
              <a:gd name="connsiteX1" fmla="*/ 5633545 w 5633545"/>
              <a:gd name="connsiteY1" fmla="*/ 0 h 6866784"/>
              <a:gd name="connsiteX2" fmla="*/ 5633545 w 5633545"/>
              <a:gd name="connsiteY2" fmla="*/ 6866784 h 6866784"/>
              <a:gd name="connsiteX3" fmla="*/ 0 w 5633545"/>
              <a:gd name="connsiteY3" fmla="*/ 6866784 h 6866784"/>
              <a:gd name="connsiteX4" fmla="*/ 0 w 5633545"/>
              <a:gd name="connsiteY4" fmla="*/ 0 h 6866784"/>
              <a:gd name="connsiteX0" fmla="*/ 1844566 w 5633545"/>
              <a:gd name="connsiteY0" fmla="*/ 0 h 6882550"/>
              <a:gd name="connsiteX1" fmla="*/ 5633545 w 5633545"/>
              <a:gd name="connsiteY1" fmla="*/ 15766 h 6882550"/>
              <a:gd name="connsiteX2" fmla="*/ 5633545 w 5633545"/>
              <a:gd name="connsiteY2" fmla="*/ 6882550 h 6882550"/>
              <a:gd name="connsiteX3" fmla="*/ 0 w 5633545"/>
              <a:gd name="connsiteY3" fmla="*/ 6882550 h 6882550"/>
              <a:gd name="connsiteX4" fmla="*/ 1844566 w 5633545"/>
              <a:gd name="connsiteY4" fmla="*/ 0 h 6882550"/>
              <a:gd name="connsiteX0" fmla="*/ 1844566 w 5633545"/>
              <a:gd name="connsiteY0" fmla="*/ 18958 h 6901508"/>
              <a:gd name="connsiteX1" fmla="*/ 5610396 w 5633545"/>
              <a:gd name="connsiteY1" fmla="*/ 0 h 6901508"/>
              <a:gd name="connsiteX2" fmla="*/ 5633545 w 5633545"/>
              <a:gd name="connsiteY2" fmla="*/ 6901508 h 6901508"/>
              <a:gd name="connsiteX3" fmla="*/ 0 w 5633545"/>
              <a:gd name="connsiteY3" fmla="*/ 6901508 h 6901508"/>
              <a:gd name="connsiteX4" fmla="*/ 1844566 w 5633545"/>
              <a:gd name="connsiteY4" fmla="*/ 18958 h 6901508"/>
              <a:gd name="connsiteX0" fmla="*/ 1844566 w 5635773"/>
              <a:gd name="connsiteY0" fmla="*/ 7383 h 6889933"/>
              <a:gd name="connsiteX1" fmla="*/ 5633546 w 5635773"/>
              <a:gd name="connsiteY1" fmla="*/ 0 h 6889933"/>
              <a:gd name="connsiteX2" fmla="*/ 5633545 w 5635773"/>
              <a:gd name="connsiteY2" fmla="*/ 6889933 h 6889933"/>
              <a:gd name="connsiteX3" fmla="*/ 0 w 5635773"/>
              <a:gd name="connsiteY3" fmla="*/ 6889933 h 6889933"/>
              <a:gd name="connsiteX4" fmla="*/ 1844566 w 5635773"/>
              <a:gd name="connsiteY4" fmla="*/ 7383 h 6889933"/>
              <a:gd name="connsiteX0" fmla="*/ 1856140 w 5635773"/>
              <a:gd name="connsiteY0" fmla="*/ 0 h 6905699"/>
              <a:gd name="connsiteX1" fmla="*/ 5633546 w 5635773"/>
              <a:gd name="connsiteY1" fmla="*/ 15766 h 6905699"/>
              <a:gd name="connsiteX2" fmla="*/ 5633545 w 5635773"/>
              <a:gd name="connsiteY2" fmla="*/ 6905699 h 6905699"/>
              <a:gd name="connsiteX3" fmla="*/ 0 w 5635773"/>
              <a:gd name="connsiteY3" fmla="*/ 6905699 h 6905699"/>
              <a:gd name="connsiteX4" fmla="*/ 1856140 w 5635773"/>
              <a:gd name="connsiteY4" fmla="*/ 0 h 6905699"/>
              <a:gd name="connsiteX0" fmla="*/ 1856140 w 5635773"/>
              <a:gd name="connsiteY0" fmla="*/ 0 h 6905699"/>
              <a:gd name="connsiteX1" fmla="*/ 5633546 w 5635773"/>
              <a:gd name="connsiteY1" fmla="*/ 4191 h 6905699"/>
              <a:gd name="connsiteX2" fmla="*/ 5633545 w 5635773"/>
              <a:gd name="connsiteY2" fmla="*/ 6905699 h 6905699"/>
              <a:gd name="connsiteX3" fmla="*/ 0 w 5635773"/>
              <a:gd name="connsiteY3" fmla="*/ 6905699 h 6905699"/>
              <a:gd name="connsiteX4" fmla="*/ 1856140 w 5635773"/>
              <a:gd name="connsiteY4" fmla="*/ 0 h 6905699"/>
              <a:gd name="connsiteX0" fmla="*/ 0 w 6123440"/>
              <a:gd name="connsiteY0" fmla="*/ 0 h 6905699"/>
              <a:gd name="connsiteX1" fmla="*/ 6121213 w 6123440"/>
              <a:gd name="connsiteY1" fmla="*/ 4191 h 6905699"/>
              <a:gd name="connsiteX2" fmla="*/ 6121212 w 6123440"/>
              <a:gd name="connsiteY2" fmla="*/ 6905699 h 6905699"/>
              <a:gd name="connsiteX3" fmla="*/ 487667 w 6123440"/>
              <a:gd name="connsiteY3" fmla="*/ 6905699 h 6905699"/>
              <a:gd name="connsiteX4" fmla="*/ 0 w 6123440"/>
              <a:gd name="connsiteY4" fmla="*/ 0 h 6905699"/>
              <a:gd name="connsiteX0" fmla="*/ 1078375 w 7201815"/>
              <a:gd name="connsiteY0" fmla="*/ 0 h 6905699"/>
              <a:gd name="connsiteX1" fmla="*/ 7199588 w 7201815"/>
              <a:gd name="connsiteY1" fmla="*/ 4191 h 6905699"/>
              <a:gd name="connsiteX2" fmla="*/ 7199587 w 7201815"/>
              <a:gd name="connsiteY2" fmla="*/ 6905699 h 6905699"/>
              <a:gd name="connsiteX3" fmla="*/ 0 w 7201815"/>
              <a:gd name="connsiteY3" fmla="*/ 6895188 h 6905699"/>
              <a:gd name="connsiteX4" fmla="*/ 1078375 w 7201815"/>
              <a:gd name="connsiteY4" fmla="*/ 0 h 6905699"/>
              <a:gd name="connsiteX0" fmla="*/ 1572361 w 7201815"/>
              <a:gd name="connsiteY0" fmla="*/ 0 h 6905699"/>
              <a:gd name="connsiteX1" fmla="*/ 7199588 w 7201815"/>
              <a:gd name="connsiteY1" fmla="*/ 4191 h 6905699"/>
              <a:gd name="connsiteX2" fmla="*/ 7199587 w 7201815"/>
              <a:gd name="connsiteY2" fmla="*/ 6905699 h 6905699"/>
              <a:gd name="connsiteX3" fmla="*/ 0 w 7201815"/>
              <a:gd name="connsiteY3" fmla="*/ 6895188 h 6905699"/>
              <a:gd name="connsiteX4" fmla="*/ 1572361 w 7201815"/>
              <a:gd name="connsiteY4" fmla="*/ 0 h 6905699"/>
              <a:gd name="connsiteX0" fmla="*/ 2118899 w 7201815"/>
              <a:gd name="connsiteY0" fmla="*/ 0 h 6916209"/>
              <a:gd name="connsiteX1" fmla="*/ 7199588 w 7201815"/>
              <a:gd name="connsiteY1" fmla="*/ 14701 h 6916209"/>
              <a:gd name="connsiteX2" fmla="*/ 7199587 w 7201815"/>
              <a:gd name="connsiteY2" fmla="*/ 6916209 h 6916209"/>
              <a:gd name="connsiteX3" fmla="*/ 0 w 7201815"/>
              <a:gd name="connsiteY3" fmla="*/ 6905698 h 6916209"/>
              <a:gd name="connsiteX4" fmla="*/ 2118899 w 7201815"/>
              <a:gd name="connsiteY4" fmla="*/ 0 h 6916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815" h="6916209">
                <a:moveTo>
                  <a:pt x="2118899" y="0"/>
                </a:moveTo>
                <a:lnTo>
                  <a:pt x="7199588" y="14701"/>
                </a:lnTo>
                <a:cubicBezTo>
                  <a:pt x="7207304" y="2315204"/>
                  <a:pt x="7191871" y="4615706"/>
                  <a:pt x="7199587" y="6916209"/>
                </a:cubicBezTo>
                <a:lnTo>
                  <a:pt x="0" y="6905698"/>
                </a:lnTo>
                <a:lnTo>
                  <a:pt x="2118899"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1" name="Rounded Rectangle 10">
            <a:extLst>
              <a:ext uri="{FF2B5EF4-FFF2-40B4-BE49-F238E27FC236}">
                <a16:creationId xmlns:a16="http://schemas.microsoft.com/office/drawing/2014/main" id="{6CE7680C-0744-5F42-BE22-9AEFBFABE6F8}"/>
              </a:ext>
              <a:ext uri="{C183D7F6-B498-43B3-948B-1728B52AA6E4}">
                <adec:decorative xmlns:adec="http://schemas.microsoft.com/office/drawing/2017/decorative" val="1"/>
              </a:ext>
            </a:extLst>
          </p:cNvPr>
          <p:cNvSpPr/>
          <p:nvPr userDrawn="1"/>
        </p:nvSpPr>
        <p:spPr>
          <a:xfrm>
            <a:off x="407988" y="441325"/>
            <a:ext cx="5688012" cy="5724524"/>
          </a:xfrm>
          <a:prstGeom prst="roundRect">
            <a:avLst>
              <a:gd name="adj" fmla="val 5364"/>
            </a:avLst>
          </a:prstGeom>
          <a:solidFill>
            <a:schemeClr val="bg1"/>
          </a:solidFill>
          <a:ln>
            <a:noFill/>
          </a:ln>
          <a:effectLst>
            <a:outerShdw blurRad="317500" dist="127000" dir="5400000" algn="tl"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b="1" i="0">
              <a:latin typeface="Arial" panose="020B0604020202020204" pitchFamily="34" charset="0"/>
            </a:endParaRPr>
          </a:p>
        </p:txBody>
      </p:sp>
      <p:sp>
        <p:nvSpPr>
          <p:cNvPr id="7" name="Title 2">
            <a:extLst>
              <a:ext uri="{FF2B5EF4-FFF2-40B4-BE49-F238E27FC236}">
                <a16:creationId xmlns:a16="http://schemas.microsoft.com/office/drawing/2014/main" id="{9FE00875-61E7-80C5-938F-63F6C17A0C56}"/>
              </a:ext>
            </a:extLst>
          </p:cNvPr>
          <p:cNvSpPr>
            <a:spLocks noGrp="1"/>
          </p:cNvSpPr>
          <p:nvPr>
            <p:ph type="title"/>
          </p:nvPr>
        </p:nvSpPr>
        <p:spPr>
          <a:xfrm>
            <a:off x="1014869" y="955180"/>
            <a:ext cx="4365340" cy="856590"/>
          </a:xfrm>
          <a:prstGeom prst="rect">
            <a:avLst/>
          </a:prstGeom>
        </p:spPr>
        <p:txBody>
          <a:bodyPr/>
          <a:lstStyle>
            <a:lvl1pPr>
              <a:defRPr sz="2800" b="1" i="0">
                <a:solidFill>
                  <a:schemeClr val="tx1"/>
                </a:solidFill>
                <a:latin typeface="+mj-lt"/>
                <a:cs typeface="Arial" panose="020B0604020202020204" pitchFamily="34" charset="0"/>
              </a:defRPr>
            </a:lvl1pPr>
          </a:lstStyle>
          <a:p>
            <a:r>
              <a:rPr lang="en-GB"/>
              <a:t>Click to edit Master title style</a:t>
            </a:r>
            <a:endParaRPr lang="en-DK"/>
          </a:p>
        </p:txBody>
      </p:sp>
      <p:sp>
        <p:nvSpPr>
          <p:cNvPr id="8" name="Text Placeholder 6">
            <a:extLst>
              <a:ext uri="{FF2B5EF4-FFF2-40B4-BE49-F238E27FC236}">
                <a16:creationId xmlns:a16="http://schemas.microsoft.com/office/drawing/2014/main" id="{03EF4B99-CE8F-EE1B-5BE4-93C8626E2D82}"/>
              </a:ext>
            </a:extLst>
          </p:cNvPr>
          <p:cNvSpPr>
            <a:spLocks noGrp="1"/>
          </p:cNvSpPr>
          <p:nvPr>
            <p:ph type="body" sz="quarter" idx="13"/>
          </p:nvPr>
        </p:nvSpPr>
        <p:spPr>
          <a:xfrm>
            <a:off x="1014869" y="2107921"/>
            <a:ext cx="4396919" cy="3607079"/>
          </a:xfrm>
          <a:prstGeom prst="rect">
            <a:avLst/>
          </a:prstGeom>
        </p:spPr>
        <p:txBody>
          <a:bodyPr lIns="0"/>
          <a:lstStyle>
            <a:lvl1pPr marL="285750" indent="-285750">
              <a:buClr>
                <a:schemeClr val="tx1"/>
              </a:buClr>
              <a:buFont typeface="Arial" panose="020B0604020202020204" pitchFamily="34" charset="0"/>
              <a:buChar char="•"/>
              <a:defRPr b="0" i="0">
                <a:solidFill>
                  <a:schemeClr val="tx1"/>
                </a:solidFill>
                <a:latin typeface="+mn-lt"/>
              </a:defRPr>
            </a:lvl1pPr>
            <a:lvl2pPr marL="742950" indent="-285750">
              <a:buClr>
                <a:schemeClr val="tx1"/>
              </a:buClr>
              <a:buFont typeface="Arial" panose="020B0604020202020204" pitchFamily="34" charset="0"/>
              <a:buChar char="•"/>
              <a:defRPr b="0" i="0">
                <a:solidFill>
                  <a:schemeClr val="tx1"/>
                </a:solidFill>
                <a:latin typeface="+mn-lt"/>
              </a:defRPr>
            </a:lvl2pPr>
            <a:lvl3pPr marL="1200150" indent="-285750">
              <a:buClr>
                <a:schemeClr val="tx1"/>
              </a:buClr>
              <a:buFont typeface="Arial" panose="020B0604020202020204" pitchFamily="34" charset="0"/>
              <a:buChar char="•"/>
              <a:defRPr b="0" i="0">
                <a:solidFill>
                  <a:schemeClr val="tx1"/>
                </a:solidFill>
                <a:latin typeface="+mn-lt"/>
              </a:defRPr>
            </a:lvl3pPr>
            <a:lvl4pPr marL="1543050" indent="-171450">
              <a:buClr>
                <a:schemeClr val="tx1"/>
              </a:buClr>
              <a:buFont typeface="Arial" panose="020B0604020202020204" pitchFamily="34" charset="0"/>
              <a:buChar char="•"/>
              <a:defRPr b="0" i="0">
                <a:solidFill>
                  <a:schemeClr val="tx1"/>
                </a:solidFill>
                <a:latin typeface="+mn-lt"/>
              </a:defRPr>
            </a:lvl4pPr>
            <a:lvl5pPr marL="2000250" indent="-171450">
              <a:buClr>
                <a:schemeClr val="tx1"/>
              </a:buClr>
              <a:buFont typeface="Arial" panose="020B0604020202020204" pitchFamily="34" charset="0"/>
              <a:buChar char="•"/>
              <a:defRPr b="0" i="0">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6" name="Text Placeholder 2">
            <a:extLst>
              <a:ext uri="{FF2B5EF4-FFF2-40B4-BE49-F238E27FC236}">
                <a16:creationId xmlns:a16="http://schemas.microsoft.com/office/drawing/2014/main" id="{91ED62C4-BA91-5747-246D-421F5AD0F1EB}"/>
              </a:ext>
            </a:extLst>
          </p:cNvPr>
          <p:cNvSpPr txBox="1">
            <a:spLocks/>
          </p:cNvSpPr>
          <p:nvPr userDrawn="1"/>
        </p:nvSpPr>
        <p:spPr>
          <a:xfrm>
            <a:off x="1578786" y="6462000"/>
            <a:ext cx="3318911" cy="243629"/>
          </a:xfrm>
          <a:prstGeom prst="rect">
            <a:avLst/>
          </a:prstGeom>
          <a:noFill/>
        </p:spPr>
        <p:txBody>
          <a:bodyPr vert="horz" lIns="0" tIns="0" rIns="0" bIns="0" rtlCol="0" anchor="ctr">
            <a:noAutofit/>
          </a:bodyPr>
          <a:lstStyle>
            <a:lvl1pPr marL="228600" indent="-228600" algn="l" defTabSz="914400" rtl="0" eaLnBrk="1" latinLnBrk="0" hangingPunct="1">
              <a:lnSpc>
                <a:spcPct val="100000"/>
              </a:lnSpc>
              <a:spcBef>
                <a:spcPts val="1200"/>
              </a:spcBef>
              <a:buClr>
                <a:schemeClr val="accent3"/>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3"/>
              </a:buClr>
              <a:buFont typeface="Arial" panose="020B0604020202020204" pitchFamily="34" charset="0"/>
              <a:buChar char="•"/>
              <a:defRPr sz="1200" kern="1200">
                <a:solidFill>
                  <a:schemeClr val="tx1"/>
                </a:solidFill>
                <a:latin typeface="+mn-lt"/>
                <a:ea typeface="+mn-ea"/>
                <a:cs typeface="+mn-cs"/>
              </a:defRPr>
            </a:lvl2pPr>
            <a:lvl3pPr marL="1117600" indent="-203200" algn="l" defTabSz="914400" rtl="0" eaLnBrk="1" latinLnBrk="0" hangingPunct="1">
              <a:lnSpc>
                <a:spcPct val="10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1574800" indent="-203200" algn="l" defTabSz="914400" rtl="0" eaLnBrk="1" latinLnBrk="0" hangingPunct="1">
              <a:lnSpc>
                <a:spcPct val="100000"/>
              </a:lnSpc>
              <a:spcBef>
                <a:spcPts val="500"/>
              </a:spcBef>
              <a:buClr>
                <a:schemeClr val="accent3"/>
              </a:buClr>
              <a:buFont typeface="Arial" panose="020B0604020202020204" pitchFamily="34" charset="0"/>
              <a:buChar char="•"/>
              <a:defRPr sz="900" kern="1200">
                <a:solidFill>
                  <a:schemeClr val="tx1"/>
                </a:solidFill>
                <a:latin typeface="+mn-lt"/>
                <a:ea typeface="+mn-ea"/>
                <a:cs typeface="+mn-cs"/>
              </a:defRPr>
            </a:lvl4pPr>
            <a:lvl5pPr marL="1981200" indent="-152400" algn="l" defTabSz="914400" rtl="0" eaLnBrk="1" latinLnBrk="0" hangingPunct="1">
              <a:lnSpc>
                <a:spcPct val="100000"/>
              </a:lnSpc>
              <a:spcBef>
                <a:spcPts val="500"/>
              </a:spcBef>
              <a:buClr>
                <a:schemeClr val="accent3"/>
              </a:buClr>
              <a:buFont typeface="Arial" panose="020B0604020202020204" pitchFamily="34" charset="0"/>
              <a:buChar char="•"/>
              <a:defRPr sz="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800" b="0" i="0" u="none" strike="noStrike" kern="1200" cap="none" spc="0" normalizeH="0" baseline="0" noProof="0">
                <a:ln>
                  <a:noFill/>
                </a:ln>
                <a:solidFill>
                  <a:schemeClr val="tx1"/>
                </a:solidFill>
                <a:effectLst/>
                <a:uLnTx/>
                <a:uFillTx/>
                <a:latin typeface="+mn-lt"/>
                <a:ea typeface="+mn-ea"/>
                <a:cs typeface="+mn-cs"/>
              </a:rPr>
              <a:t>© Siteimprove CONFIDENTIAL</a:t>
            </a:r>
          </a:p>
        </p:txBody>
      </p:sp>
      <p:pic>
        <p:nvPicPr>
          <p:cNvPr id="10" name="Graphic 9" descr="Siteimprove logo">
            <a:extLst>
              <a:ext uri="{FF2B5EF4-FFF2-40B4-BE49-F238E27FC236}">
                <a16:creationId xmlns:a16="http://schemas.microsoft.com/office/drawing/2014/main" id="{3D323FA2-E37D-2AE8-F29D-DF612DCA8A8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17840" y="6442372"/>
            <a:ext cx="1115365" cy="274882"/>
          </a:xfrm>
          <a:prstGeom prst="rect">
            <a:avLst/>
          </a:prstGeom>
        </p:spPr>
      </p:pic>
      <p:sp>
        <p:nvSpPr>
          <p:cNvPr id="4" name="Slide Number Placeholder 2">
            <a:extLst>
              <a:ext uri="{FF2B5EF4-FFF2-40B4-BE49-F238E27FC236}">
                <a16:creationId xmlns:a16="http://schemas.microsoft.com/office/drawing/2014/main" id="{B9490C69-C2A1-AA83-8B99-87BE42BF3DCC}"/>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49194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boxes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A74053-B87D-34FA-620D-31D099DFD943}"/>
              </a:ext>
              <a:ext uri="{C183D7F6-B498-43B3-948B-1728B52AA6E4}">
                <adec:decorative xmlns:adec="http://schemas.microsoft.com/office/drawing/2017/decorative" val="1"/>
              </a:ext>
            </a:extLst>
          </p:cNvPr>
          <p:cNvSpPr/>
          <p:nvPr userDrawn="1"/>
        </p:nvSpPr>
        <p:spPr>
          <a:xfrm>
            <a:off x="0" y="0"/>
            <a:ext cx="6096000" cy="68580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b="1" i="0">
              <a:latin typeface="Arial" panose="020B0604020202020204" pitchFamily="34" charset="0"/>
            </a:endParaRPr>
          </a:p>
        </p:txBody>
      </p:sp>
      <p:sp>
        <p:nvSpPr>
          <p:cNvPr id="7" name="Title 2">
            <a:extLst>
              <a:ext uri="{FF2B5EF4-FFF2-40B4-BE49-F238E27FC236}">
                <a16:creationId xmlns:a16="http://schemas.microsoft.com/office/drawing/2014/main" id="{9FE00875-61E7-80C5-938F-63F6C17A0C56}"/>
              </a:ext>
            </a:extLst>
          </p:cNvPr>
          <p:cNvSpPr>
            <a:spLocks noGrp="1"/>
          </p:cNvSpPr>
          <p:nvPr>
            <p:ph type="title"/>
          </p:nvPr>
        </p:nvSpPr>
        <p:spPr>
          <a:xfrm>
            <a:off x="407988" y="441325"/>
            <a:ext cx="4978400" cy="782666"/>
          </a:xfrm>
          <a:prstGeom prst="rect">
            <a:avLst/>
          </a:prstGeom>
        </p:spPr>
        <p:txBody>
          <a:bodyPr/>
          <a:lstStyle>
            <a:lvl1pPr>
              <a:defRPr sz="2800" b="1" i="0">
                <a:solidFill>
                  <a:schemeClr val="tx1"/>
                </a:solidFill>
                <a:latin typeface="+mj-lt"/>
                <a:cs typeface="Arial" panose="020B0604020202020204" pitchFamily="34" charset="0"/>
              </a:defRPr>
            </a:lvl1pPr>
          </a:lstStyle>
          <a:p>
            <a:r>
              <a:rPr lang="en-GB"/>
              <a:t>Click to edit Master title style</a:t>
            </a:r>
            <a:endParaRPr lang="en-DK"/>
          </a:p>
        </p:txBody>
      </p:sp>
      <p:sp>
        <p:nvSpPr>
          <p:cNvPr id="8" name="Text Placeholder 6">
            <a:extLst>
              <a:ext uri="{FF2B5EF4-FFF2-40B4-BE49-F238E27FC236}">
                <a16:creationId xmlns:a16="http://schemas.microsoft.com/office/drawing/2014/main" id="{03EF4B99-CE8F-EE1B-5BE4-93C8626E2D82}"/>
              </a:ext>
            </a:extLst>
          </p:cNvPr>
          <p:cNvSpPr>
            <a:spLocks noGrp="1"/>
          </p:cNvSpPr>
          <p:nvPr>
            <p:ph type="body" sz="quarter" idx="13"/>
          </p:nvPr>
        </p:nvSpPr>
        <p:spPr>
          <a:xfrm>
            <a:off x="408421" y="1594066"/>
            <a:ext cx="4977967" cy="4354079"/>
          </a:xfrm>
          <a:prstGeom prst="rect">
            <a:avLst/>
          </a:prstGeom>
        </p:spPr>
        <p:txBody>
          <a:bodyPr lIns="0"/>
          <a:lstStyle>
            <a:lvl1pPr marL="285750" indent="-285750">
              <a:buClr>
                <a:schemeClr val="tx1"/>
              </a:buClr>
              <a:buFont typeface="Arial" panose="020B0604020202020204" pitchFamily="34" charset="0"/>
              <a:buChar char="•"/>
              <a:defRPr b="0" i="0">
                <a:solidFill>
                  <a:schemeClr val="tx1"/>
                </a:solidFill>
                <a:latin typeface="+mn-lt"/>
              </a:defRPr>
            </a:lvl1pPr>
            <a:lvl2pPr marL="742950" indent="-285750">
              <a:buClr>
                <a:schemeClr val="tx1"/>
              </a:buClr>
              <a:buFont typeface="Arial" panose="020B0604020202020204" pitchFamily="34" charset="0"/>
              <a:buChar char="•"/>
              <a:defRPr b="0" i="0">
                <a:solidFill>
                  <a:schemeClr val="tx1"/>
                </a:solidFill>
                <a:latin typeface="+mn-lt"/>
              </a:defRPr>
            </a:lvl2pPr>
            <a:lvl3pPr marL="1200150" indent="-285750">
              <a:buClr>
                <a:schemeClr val="tx1"/>
              </a:buClr>
              <a:buFont typeface="Arial" panose="020B0604020202020204" pitchFamily="34" charset="0"/>
              <a:buChar char="•"/>
              <a:defRPr b="0" i="0">
                <a:solidFill>
                  <a:schemeClr val="tx1"/>
                </a:solidFill>
                <a:latin typeface="+mn-lt"/>
              </a:defRPr>
            </a:lvl3pPr>
            <a:lvl4pPr marL="1543050" indent="-171450">
              <a:buClr>
                <a:schemeClr val="tx1"/>
              </a:buClr>
              <a:buFont typeface="Arial" panose="020B0604020202020204" pitchFamily="34" charset="0"/>
              <a:buChar char="•"/>
              <a:defRPr b="0" i="0">
                <a:solidFill>
                  <a:schemeClr val="tx1"/>
                </a:solidFill>
                <a:latin typeface="+mn-lt"/>
              </a:defRPr>
            </a:lvl4pPr>
            <a:lvl5pPr marL="2000250" indent="-171450">
              <a:buClr>
                <a:schemeClr val="tx1"/>
              </a:buClr>
              <a:buFont typeface="Arial" panose="020B0604020202020204" pitchFamily="34" charset="0"/>
              <a:buChar char="•"/>
              <a:defRPr b="0" i="0">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10" name="Text Placeholder 6">
            <a:extLst>
              <a:ext uri="{FF2B5EF4-FFF2-40B4-BE49-F238E27FC236}">
                <a16:creationId xmlns:a16="http://schemas.microsoft.com/office/drawing/2014/main" id="{C0FD050E-DBC8-C9BD-95ED-F1CA58451142}"/>
              </a:ext>
            </a:extLst>
          </p:cNvPr>
          <p:cNvSpPr>
            <a:spLocks noGrp="1"/>
          </p:cNvSpPr>
          <p:nvPr>
            <p:ph type="body" sz="quarter" idx="15"/>
          </p:nvPr>
        </p:nvSpPr>
        <p:spPr>
          <a:xfrm>
            <a:off x="6806047" y="440180"/>
            <a:ext cx="4977966" cy="783811"/>
          </a:xfrm>
          <a:prstGeom prst="rect">
            <a:avLst/>
          </a:prstGeom>
        </p:spPr>
        <p:txBody>
          <a:bodyPr lIns="0"/>
          <a:lstStyle>
            <a:lvl1pPr marL="0" indent="0">
              <a:buClr>
                <a:schemeClr val="tx1"/>
              </a:buClr>
              <a:buFont typeface="Arial" panose="020B0604020202020204" pitchFamily="34" charset="0"/>
              <a:buNone/>
              <a:defRPr sz="2800" b="1" i="0">
                <a:solidFill>
                  <a:schemeClr val="tx1"/>
                </a:solidFill>
                <a:latin typeface="+mj-lt"/>
              </a:defRPr>
            </a:lvl1pPr>
            <a:lvl2pPr marL="457200" indent="0">
              <a:buClr>
                <a:schemeClr val="tx1"/>
              </a:buClr>
              <a:buFont typeface="Arial" panose="020B0604020202020204" pitchFamily="34" charset="0"/>
              <a:buNone/>
              <a:defRPr sz="2800" b="1" i="0">
                <a:solidFill>
                  <a:schemeClr val="tx1"/>
                </a:solidFill>
                <a:latin typeface="+mj-lt"/>
              </a:defRPr>
            </a:lvl2pPr>
            <a:lvl3pPr marL="914400" indent="0">
              <a:buClr>
                <a:schemeClr val="tx1"/>
              </a:buClr>
              <a:buFont typeface="Arial" panose="020B0604020202020204" pitchFamily="34" charset="0"/>
              <a:buNone/>
              <a:defRPr sz="2800" b="1" i="0">
                <a:solidFill>
                  <a:schemeClr val="tx1"/>
                </a:solidFill>
                <a:latin typeface="+mj-lt"/>
              </a:defRPr>
            </a:lvl3pPr>
            <a:lvl4pPr marL="1371600" indent="0">
              <a:buClr>
                <a:schemeClr val="tx1"/>
              </a:buClr>
              <a:buFont typeface="Arial" panose="020B0604020202020204" pitchFamily="34" charset="0"/>
              <a:buNone/>
              <a:defRPr sz="2800" b="1" i="0">
                <a:solidFill>
                  <a:schemeClr val="tx1"/>
                </a:solidFill>
                <a:latin typeface="+mj-lt"/>
              </a:defRPr>
            </a:lvl4pPr>
            <a:lvl5pPr marL="1828800" indent="0">
              <a:buClr>
                <a:schemeClr val="tx1"/>
              </a:buClr>
              <a:buFont typeface="Arial" panose="020B0604020202020204" pitchFamily="34" charset="0"/>
              <a:buNone/>
              <a:defRPr sz="2800" b="1" i="0">
                <a:solidFill>
                  <a:schemeClr val="tx1"/>
                </a:solidFill>
                <a:latin typeface="+mj-lt"/>
              </a:defRPr>
            </a:lvl5pPr>
          </a:lstStyle>
          <a:p>
            <a:pPr lvl="0"/>
            <a:r>
              <a:rPr lang="en-GB"/>
              <a:t>Click to edit Master text style</a:t>
            </a:r>
            <a:endParaRPr lang="en-DK"/>
          </a:p>
        </p:txBody>
      </p:sp>
      <p:sp>
        <p:nvSpPr>
          <p:cNvPr id="4" name="Text Placeholder 6">
            <a:extLst>
              <a:ext uri="{FF2B5EF4-FFF2-40B4-BE49-F238E27FC236}">
                <a16:creationId xmlns:a16="http://schemas.microsoft.com/office/drawing/2014/main" id="{9941B063-DE75-DD76-DD53-0C2475C34AF5}"/>
              </a:ext>
            </a:extLst>
          </p:cNvPr>
          <p:cNvSpPr>
            <a:spLocks noGrp="1"/>
          </p:cNvSpPr>
          <p:nvPr>
            <p:ph type="body" sz="quarter" idx="14"/>
          </p:nvPr>
        </p:nvSpPr>
        <p:spPr>
          <a:xfrm>
            <a:off x="6806046" y="1594066"/>
            <a:ext cx="4977967" cy="4354079"/>
          </a:xfrm>
          <a:prstGeom prst="rect">
            <a:avLst/>
          </a:prstGeom>
        </p:spPr>
        <p:txBody>
          <a:bodyPr lIns="0"/>
          <a:lstStyle>
            <a:lvl1pPr marL="285750" indent="-285750">
              <a:buClr>
                <a:schemeClr val="tx1"/>
              </a:buClr>
              <a:buFont typeface="Arial" panose="020B0604020202020204" pitchFamily="34" charset="0"/>
              <a:buChar char="•"/>
              <a:defRPr b="0" i="0">
                <a:solidFill>
                  <a:schemeClr val="tx1"/>
                </a:solidFill>
                <a:latin typeface="+mn-lt"/>
              </a:defRPr>
            </a:lvl1pPr>
            <a:lvl2pPr marL="742950" indent="-285750">
              <a:buClr>
                <a:schemeClr val="tx1"/>
              </a:buClr>
              <a:buFont typeface="Arial" panose="020B0604020202020204" pitchFamily="34" charset="0"/>
              <a:buChar char="•"/>
              <a:defRPr b="0" i="0">
                <a:solidFill>
                  <a:schemeClr val="tx1"/>
                </a:solidFill>
                <a:latin typeface="+mn-lt"/>
              </a:defRPr>
            </a:lvl2pPr>
            <a:lvl3pPr marL="1200150" indent="-285750">
              <a:buClr>
                <a:schemeClr val="tx1"/>
              </a:buClr>
              <a:buFont typeface="Arial" panose="020B0604020202020204" pitchFamily="34" charset="0"/>
              <a:buChar char="•"/>
              <a:defRPr b="0" i="0">
                <a:solidFill>
                  <a:schemeClr val="tx1"/>
                </a:solidFill>
                <a:latin typeface="+mn-lt"/>
              </a:defRPr>
            </a:lvl3pPr>
            <a:lvl4pPr marL="1543050" indent="-171450">
              <a:buClr>
                <a:schemeClr val="tx1"/>
              </a:buClr>
              <a:buFont typeface="Arial" panose="020B0604020202020204" pitchFamily="34" charset="0"/>
              <a:buChar char="•"/>
              <a:defRPr b="0" i="0">
                <a:solidFill>
                  <a:schemeClr val="tx1"/>
                </a:solidFill>
                <a:latin typeface="+mn-lt"/>
              </a:defRPr>
            </a:lvl4pPr>
            <a:lvl5pPr marL="2000250" indent="-171450">
              <a:buClr>
                <a:schemeClr val="tx1"/>
              </a:buClr>
              <a:buFont typeface="Arial" panose="020B0604020202020204" pitchFamily="34" charset="0"/>
              <a:buChar char="•"/>
              <a:defRPr b="0" i="0">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pic>
        <p:nvPicPr>
          <p:cNvPr id="9" name="Graphic 8" descr="Siteimprove logo">
            <a:extLst>
              <a:ext uri="{FF2B5EF4-FFF2-40B4-BE49-F238E27FC236}">
                <a16:creationId xmlns:a16="http://schemas.microsoft.com/office/drawing/2014/main" id="{FB441014-78CD-CEBF-8C6A-038DD87B1A1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17840" y="6442372"/>
            <a:ext cx="1115365" cy="274882"/>
          </a:xfrm>
          <a:prstGeom prst="rect">
            <a:avLst/>
          </a:prstGeom>
        </p:spPr>
      </p:pic>
      <p:sp>
        <p:nvSpPr>
          <p:cNvPr id="6" name="Text Placeholder 2">
            <a:extLst>
              <a:ext uri="{FF2B5EF4-FFF2-40B4-BE49-F238E27FC236}">
                <a16:creationId xmlns:a16="http://schemas.microsoft.com/office/drawing/2014/main" id="{A8EA1741-4454-FC06-1B59-3FC666734986}"/>
              </a:ext>
            </a:extLst>
          </p:cNvPr>
          <p:cNvSpPr txBox="1">
            <a:spLocks/>
          </p:cNvSpPr>
          <p:nvPr userDrawn="1"/>
        </p:nvSpPr>
        <p:spPr>
          <a:xfrm>
            <a:off x="1578786" y="6462000"/>
            <a:ext cx="3318911" cy="243629"/>
          </a:xfrm>
          <a:prstGeom prst="rect">
            <a:avLst/>
          </a:prstGeom>
          <a:noFill/>
        </p:spPr>
        <p:txBody>
          <a:bodyPr vert="horz" lIns="0" tIns="0" rIns="0" bIns="0" rtlCol="0" anchor="ctr">
            <a:noAutofit/>
          </a:bodyPr>
          <a:lstStyle>
            <a:lvl1pPr marL="228600" indent="-228600" algn="l" defTabSz="914400" rtl="0" eaLnBrk="1" latinLnBrk="0" hangingPunct="1">
              <a:lnSpc>
                <a:spcPct val="100000"/>
              </a:lnSpc>
              <a:spcBef>
                <a:spcPts val="1200"/>
              </a:spcBef>
              <a:buClr>
                <a:schemeClr val="accent3"/>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3"/>
              </a:buClr>
              <a:buFont typeface="Arial" panose="020B0604020202020204" pitchFamily="34" charset="0"/>
              <a:buChar char="•"/>
              <a:defRPr sz="1200" kern="1200">
                <a:solidFill>
                  <a:schemeClr val="tx1"/>
                </a:solidFill>
                <a:latin typeface="+mn-lt"/>
                <a:ea typeface="+mn-ea"/>
                <a:cs typeface="+mn-cs"/>
              </a:defRPr>
            </a:lvl2pPr>
            <a:lvl3pPr marL="1117600" indent="-203200" algn="l" defTabSz="914400" rtl="0" eaLnBrk="1" latinLnBrk="0" hangingPunct="1">
              <a:lnSpc>
                <a:spcPct val="10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1574800" indent="-203200" algn="l" defTabSz="914400" rtl="0" eaLnBrk="1" latinLnBrk="0" hangingPunct="1">
              <a:lnSpc>
                <a:spcPct val="100000"/>
              </a:lnSpc>
              <a:spcBef>
                <a:spcPts val="500"/>
              </a:spcBef>
              <a:buClr>
                <a:schemeClr val="accent3"/>
              </a:buClr>
              <a:buFont typeface="Arial" panose="020B0604020202020204" pitchFamily="34" charset="0"/>
              <a:buChar char="•"/>
              <a:defRPr sz="900" kern="1200">
                <a:solidFill>
                  <a:schemeClr val="tx1"/>
                </a:solidFill>
                <a:latin typeface="+mn-lt"/>
                <a:ea typeface="+mn-ea"/>
                <a:cs typeface="+mn-cs"/>
              </a:defRPr>
            </a:lvl4pPr>
            <a:lvl5pPr marL="1981200" indent="-152400" algn="l" defTabSz="914400" rtl="0" eaLnBrk="1" latinLnBrk="0" hangingPunct="1">
              <a:lnSpc>
                <a:spcPct val="100000"/>
              </a:lnSpc>
              <a:spcBef>
                <a:spcPts val="500"/>
              </a:spcBef>
              <a:buClr>
                <a:schemeClr val="accent3"/>
              </a:buClr>
              <a:buFont typeface="Arial" panose="020B0604020202020204" pitchFamily="34" charset="0"/>
              <a:buChar char="•"/>
              <a:defRPr sz="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800" b="0" i="0" u="none" strike="noStrike" kern="1200" cap="none" spc="0" normalizeH="0" baseline="0" noProof="0">
                <a:ln>
                  <a:noFill/>
                </a:ln>
                <a:solidFill>
                  <a:schemeClr val="tx1"/>
                </a:solidFill>
                <a:effectLst/>
                <a:uLnTx/>
                <a:uFillTx/>
                <a:latin typeface="Arial" panose="020B0604020202020204" pitchFamily="34" charset="0"/>
                <a:ea typeface="+mn-ea"/>
                <a:cs typeface="+mn-cs"/>
              </a:rPr>
              <a:t>© Siteimprove CONFIDENTIAL</a:t>
            </a:r>
          </a:p>
        </p:txBody>
      </p:sp>
      <p:sp>
        <p:nvSpPr>
          <p:cNvPr id="3" name="Slide Number Placeholder 2">
            <a:extLst>
              <a:ext uri="{FF2B5EF4-FFF2-40B4-BE49-F238E27FC236}">
                <a16:creationId xmlns:a16="http://schemas.microsoft.com/office/drawing/2014/main" id="{EBF48F69-3E9D-40A1-AEF0-4C5E1E4BDB06}"/>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3124548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eft content slide with white shadow box">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E4FF7B-9AEA-DD24-4F00-4ADCA6C891A3}"/>
              </a:ext>
              <a:ext uri="{C183D7F6-B498-43B3-948B-1728B52AA6E4}">
                <adec:decorative xmlns:adec="http://schemas.microsoft.com/office/drawing/2017/decorative" val="1"/>
              </a:ext>
            </a:extLst>
          </p:cNvPr>
          <p:cNvSpPr/>
          <p:nvPr userDrawn="1"/>
        </p:nvSpPr>
        <p:spPr>
          <a:xfrm>
            <a:off x="0" y="8784"/>
            <a:ext cx="4727575" cy="6858000"/>
          </a:xfrm>
          <a:prstGeom prst="rect">
            <a:avLst/>
          </a:prstGeom>
          <a:solidFill>
            <a:schemeClr val="bg1"/>
          </a:solidFill>
          <a:ln>
            <a:noFill/>
          </a:ln>
          <a:effectLst>
            <a:outerShdw blurRad="317500" dist="127000" dir="5400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b="1" i="0">
              <a:latin typeface="Arial" panose="020B0604020202020204" pitchFamily="34" charset="0"/>
            </a:endParaRPr>
          </a:p>
        </p:txBody>
      </p:sp>
      <p:sp>
        <p:nvSpPr>
          <p:cNvPr id="10" name="Title 2">
            <a:extLst>
              <a:ext uri="{FF2B5EF4-FFF2-40B4-BE49-F238E27FC236}">
                <a16:creationId xmlns:a16="http://schemas.microsoft.com/office/drawing/2014/main" id="{454D8E58-AB40-52AF-3827-6F0FBFCAD03A}"/>
              </a:ext>
            </a:extLst>
          </p:cNvPr>
          <p:cNvSpPr>
            <a:spLocks noGrp="1"/>
          </p:cNvSpPr>
          <p:nvPr>
            <p:ph type="title"/>
          </p:nvPr>
        </p:nvSpPr>
        <p:spPr>
          <a:xfrm>
            <a:off x="407989" y="441324"/>
            <a:ext cx="4049760" cy="785507"/>
          </a:xfrm>
          <a:prstGeom prst="rect">
            <a:avLst/>
          </a:prstGeom>
        </p:spPr>
        <p:txBody>
          <a:bodyPr/>
          <a:lstStyle>
            <a:lvl1pPr>
              <a:defRPr sz="2800" b="1" i="0">
                <a:solidFill>
                  <a:schemeClr val="tx1"/>
                </a:solidFill>
                <a:latin typeface="+mj-lt"/>
              </a:defRPr>
            </a:lvl1pPr>
          </a:lstStyle>
          <a:p>
            <a:r>
              <a:rPr lang="en-GB"/>
              <a:t>Click to edit Master title style</a:t>
            </a:r>
            <a:endParaRPr lang="en-DK"/>
          </a:p>
        </p:txBody>
      </p:sp>
      <p:sp>
        <p:nvSpPr>
          <p:cNvPr id="11" name="Text Placeholder 6">
            <a:extLst>
              <a:ext uri="{FF2B5EF4-FFF2-40B4-BE49-F238E27FC236}">
                <a16:creationId xmlns:a16="http://schemas.microsoft.com/office/drawing/2014/main" id="{6F10CDF0-BE64-28E0-B3CB-7E7DFA3C2A9A}"/>
              </a:ext>
            </a:extLst>
          </p:cNvPr>
          <p:cNvSpPr>
            <a:spLocks noGrp="1"/>
          </p:cNvSpPr>
          <p:nvPr>
            <p:ph type="body" sz="quarter" idx="13"/>
          </p:nvPr>
        </p:nvSpPr>
        <p:spPr>
          <a:xfrm>
            <a:off x="407987" y="1594066"/>
            <a:ext cx="4049761" cy="4354079"/>
          </a:xfrm>
          <a:prstGeom prst="rect">
            <a:avLst/>
          </a:prstGeom>
        </p:spPr>
        <p:txBody>
          <a:bodyPr lIns="0"/>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pic>
        <p:nvPicPr>
          <p:cNvPr id="7" name="Graphic 6" descr="Siteimprove logo">
            <a:extLst>
              <a:ext uri="{FF2B5EF4-FFF2-40B4-BE49-F238E27FC236}">
                <a16:creationId xmlns:a16="http://schemas.microsoft.com/office/drawing/2014/main" id="{BBD55498-A27C-482D-4B7F-8578B5AB1AD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17840" y="6442372"/>
            <a:ext cx="1115365" cy="274882"/>
          </a:xfrm>
          <a:prstGeom prst="rect">
            <a:avLst/>
          </a:prstGeom>
        </p:spPr>
      </p:pic>
      <p:sp>
        <p:nvSpPr>
          <p:cNvPr id="6" name="Text Placeholder 2">
            <a:extLst>
              <a:ext uri="{FF2B5EF4-FFF2-40B4-BE49-F238E27FC236}">
                <a16:creationId xmlns:a16="http://schemas.microsoft.com/office/drawing/2014/main" id="{781D269D-CD1F-8319-3C9C-26A28E831225}"/>
              </a:ext>
            </a:extLst>
          </p:cNvPr>
          <p:cNvSpPr txBox="1">
            <a:spLocks/>
          </p:cNvSpPr>
          <p:nvPr userDrawn="1"/>
        </p:nvSpPr>
        <p:spPr>
          <a:xfrm>
            <a:off x="1578786" y="6462000"/>
            <a:ext cx="3318911" cy="243629"/>
          </a:xfrm>
          <a:prstGeom prst="rect">
            <a:avLst/>
          </a:prstGeom>
        </p:spPr>
        <p:txBody>
          <a:bodyPr vert="horz" lIns="0" tIns="0" rIns="0" bIns="0" rtlCol="0" anchor="ctr">
            <a:noAutofit/>
          </a:bodyPr>
          <a:lstStyle>
            <a:lvl1pPr marL="228600" indent="-228600" algn="l" defTabSz="914400" rtl="0" eaLnBrk="1" latinLnBrk="0" hangingPunct="1">
              <a:lnSpc>
                <a:spcPct val="100000"/>
              </a:lnSpc>
              <a:spcBef>
                <a:spcPts val="1200"/>
              </a:spcBef>
              <a:buClr>
                <a:schemeClr val="accent3"/>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3"/>
              </a:buClr>
              <a:buFont typeface="Arial" panose="020B0604020202020204" pitchFamily="34" charset="0"/>
              <a:buChar char="•"/>
              <a:defRPr sz="1200" kern="1200">
                <a:solidFill>
                  <a:schemeClr val="tx1"/>
                </a:solidFill>
                <a:latin typeface="+mn-lt"/>
                <a:ea typeface="+mn-ea"/>
                <a:cs typeface="+mn-cs"/>
              </a:defRPr>
            </a:lvl2pPr>
            <a:lvl3pPr marL="1117600" indent="-203200" algn="l" defTabSz="914400" rtl="0" eaLnBrk="1" latinLnBrk="0" hangingPunct="1">
              <a:lnSpc>
                <a:spcPct val="100000"/>
              </a:lnSpc>
              <a:spcBef>
                <a:spcPts val="500"/>
              </a:spcBef>
              <a:buClr>
                <a:schemeClr val="accent3"/>
              </a:buClr>
              <a:buFont typeface="Arial" panose="020B0604020202020204" pitchFamily="34" charset="0"/>
              <a:buChar char="•"/>
              <a:defRPr sz="1100" kern="1200">
                <a:solidFill>
                  <a:schemeClr val="tx1"/>
                </a:solidFill>
                <a:latin typeface="+mn-lt"/>
                <a:ea typeface="+mn-ea"/>
                <a:cs typeface="+mn-cs"/>
              </a:defRPr>
            </a:lvl3pPr>
            <a:lvl4pPr marL="1574800" indent="-203200" algn="l" defTabSz="914400" rtl="0" eaLnBrk="1" latinLnBrk="0" hangingPunct="1">
              <a:lnSpc>
                <a:spcPct val="100000"/>
              </a:lnSpc>
              <a:spcBef>
                <a:spcPts val="500"/>
              </a:spcBef>
              <a:buClr>
                <a:schemeClr val="accent3"/>
              </a:buClr>
              <a:buFont typeface="Arial" panose="020B0604020202020204" pitchFamily="34" charset="0"/>
              <a:buChar char="•"/>
              <a:defRPr sz="900" kern="1200">
                <a:solidFill>
                  <a:schemeClr val="tx1"/>
                </a:solidFill>
                <a:latin typeface="+mn-lt"/>
                <a:ea typeface="+mn-ea"/>
                <a:cs typeface="+mn-cs"/>
              </a:defRPr>
            </a:lvl4pPr>
            <a:lvl5pPr marL="1981200" indent="-152400" algn="l" defTabSz="914400" rtl="0" eaLnBrk="1" latinLnBrk="0" hangingPunct="1">
              <a:lnSpc>
                <a:spcPct val="100000"/>
              </a:lnSpc>
              <a:spcBef>
                <a:spcPts val="500"/>
              </a:spcBef>
              <a:buClr>
                <a:schemeClr val="accent3"/>
              </a:buClr>
              <a:buFont typeface="Arial" panose="020B0604020202020204" pitchFamily="34" charset="0"/>
              <a:buChar char="•"/>
              <a:defRPr sz="7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DK" sz="800" b="0" i="0" u="none" strike="noStrike" kern="1200" cap="none" spc="0" normalizeH="0" baseline="0" noProof="0">
                <a:ln>
                  <a:noFill/>
                </a:ln>
                <a:solidFill>
                  <a:schemeClr val="tx1"/>
                </a:solidFill>
                <a:effectLst/>
                <a:uLnTx/>
                <a:uFillTx/>
                <a:latin typeface="Arial" panose="020B0604020202020204" pitchFamily="34" charset="0"/>
                <a:ea typeface="+mn-ea"/>
                <a:cs typeface="+mn-cs"/>
              </a:rPr>
              <a:t>© Siteimprove CONFIDENTIAL</a:t>
            </a:r>
          </a:p>
        </p:txBody>
      </p:sp>
      <p:sp>
        <p:nvSpPr>
          <p:cNvPr id="4" name="Slide Number Placeholder 2">
            <a:extLst>
              <a:ext uri="{FF2B5EF4-FFF2-40B4-BE49-F238E27FC236}">
                <a16:creationId xmlns:a16="http://schemas.microsoft.com/office/drawing/2014/main" id="{9EDBF90B-2525-EA6A-FE5D-D0537DAD670B}"/>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1706315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D8EF87-FAF1-9831-5AC8-11AD49FDA957}"/>
              </a:ext>
            </a:extLst>
          </p:cNvPr>
          <p:cNvSpPr>
            <a:spLocks noGrp="1"/>
          </p:cNvSpPr>
          <p:nvPr>
            <p:ph type="title"/>
          </p:nvPr>
        </p:nvSpPr>
        <p:spPr>
          <a:xfrm>
            <a:off x="409451" y="441325"/>
            <a:ext cx="11374562" cy="612108"/>
          </a:xfrm>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2" name="Text Placeholder 2">
            <a:extLst>
              <a:ext uri="{FF2B5EF4-FFF2-40B4-BE49-F238E27FC236}">
                <a16:creationId xmlns:a16="http://schemas.microsoft.com/office/drawing/2014/main" id="{4B33B57F-C11F-E2E1-AEE6-FC58F19A01E1}"/>
              </a:ext>
            </a:extLst>
          </p:cNvPr>
          <p:cNvSpPr>
            <a:spLocks noGrp="1"/>
          </p:cNvSpPr>
          <p:nvPr>
            <p:ph type="body" sz="quarter" idx="19"/>
          </p:nvPr>
        </p:nvSpPr>
        <p:spPr>
          <a:xfrm>
            <a:off x="407988" y="1376363"/>
            <a:ext cx="11376025" cy="4789487"/>
          </a:xfrm>
          <a:prstGeom prst="rect">
            <a:avLst/>
          </a:prstGeom>
        </p:spPr>
        <p:txBody>
          <a:bodyPr/>
          <a:lstStyle>
            <a:lvl1pPr>
              <a:defRPr b="0" i="0">
                <a:solidFill>
                  <a:schemeClr val="tx1"/>
                </a:solidFill>
                <a:latin typeface="+mn-lt"/>
                <a:ea typeface="Inter" panose="02000503000000020004" pitchFamily="2" charset="0"/>
              </a:defRPr>
            </a:lvl1pPr>
            <a:lvl2pPr>
              <a:defRPr b="0" i="0">
                <a:solidFill>
                  <a:schemeClr val="tx1"/>
                </a:solidFill>
                <a:latin typeface="+mn-lt"/>
                <a:ea typeface="Inter" panose="02000503000000020004" pitchFamily="2" charset="0"/>
              </a:defRPr>
            </a:lvl2pPr>
            <a:lvl3pPr>
              <a:defRPr b="0" i="0">
                <a:solidFill>
                  <a:schemeClr val="tx1"/>
                </a:solidFill>
                <a:latin typeface="+mn-lt"/>
                <a:ea typeface="Inter" panose="02000503000000020004" pitchFamily="2" charset="0"/>
              </a:defRPr>
            </a:lvl3pPr>
            <a:lvl4pPr>
              <a:defRPr b="0" i="0">
                <a:solidFill>
                  <a:schemeClr val="tx1"/>
                </a:solidFill>
                <a:latin typeface="+mn-lt"/>
                <a:ea typeface="Inter" panose="02000503000000020004" pitchFamily="2" charset="0"/>
              </a:defRPr>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4" name="Slide Number Placeholder 2">
            <a:extLst>
              <a:ext uri="{FF2B5EF4-FFF2-40B4-BE49-F238E27FC236}">
                <a16:creationId xmlns:a16="http://schemas.microsoft.com/office/drawing/2014/main" id="{D3A0539E-0BBB-83C4-3CE0-12CC236B7AE5}"/>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2737715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lumn slid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35A24B1-3172-DC95-CCAE-2BC391B5B67B}"/>
              </a:ext>
            </a:extLst>
          </p:cNvPr>
          <p:cNvSpPr>
            <a:spLocks noGrp="1"/>
          </p:cNvSpPr>
          <p:nvPr>
            <p:ph type="title"/>
          </p:nvPr>
        </p:nvSpPr>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11" name="Text Placeholder 10">
            <a:extLst>
              <a:ext uri="{FF2B5EF4-FFF2-40B4-BE49-F238E27FC236}">
                <a16:creationId xmlns:a16="http://schemas.microsoft.com/office/drawing/2014/main" id="{69159D3A-784F-4412-8736-F8267B4791BA}"/>
              </a:ext>
            </a:extLst>
          </p:cNvPr>
          <p:cNvSpPr>
            <a:spLocks noGrp="1"/>
          </p:cNvSpPr>
          <p:nvPr>
            <p:ph type="body" sz="quarter" idx="18" hasCustomPrompt="1"/>
          </p:nvPr>
        </p:nvSpPr>
        <p:spPr>
          <a:xfrm>
            <a:off x="409450" y="1376363"/>
            <a:ext cx="5686549" cy="394504"/>
          </a:xfrm>
          <a:prstGeom prst="rect">
            <a:avLst/>
          </a:prstGeom>
        </p:spPr>
        <p:txBody>
          <a:bodyPr lIns="0" tIns="0" bIns="0" anchor="t">
            <a:noAutofit/>
          </a:bodyPr>
          <a:lstStyle>
            <a:lvl1pPr marL="0" indent="0">
              <a:buNone/>
              <a:defRPr sz="1400" b="1" i="0">
                <a:solidFill>
                  <a:schemeClr val="tx1"/>
                </a:solidFill>
                <a:latin typeface="+mj-lt"/>
              </a:defRPr>
            </a:lvl1pPr>
          </a:lstStyle>
          <a:p>
            <a:pPr lvl="0"/>
            <a:r>
              <a:rPr lang="en-US"/>
              <a:t>Click to add Subtitle</a:t>
            </a:r>
          </a:p>
        </p:txBody>
      </p:sp>
      <p:sp>
        <p:nvSpPr>
          <p:cNvPr id="7" name="Text Placeholder 6">
            <a:extLst>
              <a:ext uri="{FF2B5EF4-FFF2-40B4-BE49-F238E27FC236}">
                <a16:creationId xmlns:a16="http://schemas.microsoft.com/office/drawing/2014/main" id="{A50D8D84-8E6B-45B8-A152-62FDE4A880B0}"/>
              </a:ext>
            </a:extLst>
          </p:cNvPr>
          <p:cNvSpPr>
            <a:spLocks noGrp="1"/>
          </p:cNvSpPr>
          <p:nvPr>
            <p:ph type="body" sz="quarter" idx="13"/>
          </p:nvPr>
        </p:nvSpPr>
        <p:spPr>
          <a:xfrm>
            <a:off x="409450" y="1853788"/>
            <a:ext cx="5686549" cy="4312062"/>
          </a:xfrm>
          <a:prstGeom prst="rect">
            <a:avLst/>
          </a:prstGeom>
        </p:spPr>
        <p:txBody>
          <a:bodyPr lIns="0">
            <a:noAutofit/>
          </a:bodyPr>
          <a:lstStyle>
            <a:lvl1pPr>
              <a:defRPr b="0" i="0">
                <a:solidFill>
                  <a:schemeClr val="tx1"/>
                </a:solidFill>
                <a:latin typeface="+mn-lt"/>
              </a:defRPr>
            </a:lvl1pPr>
            <a:lvl2pPr>
              <a:defRPr b="0" i="0">
                <a:solidFill>
                  <a:schemeClr val="tx1"/>
                </a:solidFill>
                <a:latin typeface="+mn-lt"/>
              </a:defRPr>
            </a:lvl2pPr>
            <a:lvl3pPr>
              <a:defRPr b="0" i="0">
                <a:solidFill>
                  <a:schemeClr val="tx1"/>
                </a:solidFill>
                <a:latin typeface="+mn-lt"/>
              </a:defRPr>
            </a:lvl3pPr>
            <a:lvl4pPr>
              <a:defRPr b="0" i="0">
                <a:solidFill>
                  <a:schemeClr val="tx1"/>
                </a:solidFill>
                <a:latin typeface="+mn-lt"/>
              </a:defRPr>
            </a:lvl4pPr>
            <a:lvl5pPr>
              <a:defRPr b="0" i="0">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15" name="Text Placeholder 10">
            <a:extLst>
              <a:ext uri="{FF2B5EF4-FFF2-40B4-BE49-F238E27FC236}">
                <a16:creationId xmlns:a16="http://schemas.microsoft.com/office/drawing/2014/main" id="{7AB9C30E-C1DD-D1BE-D019-33F63C0A79FC}"/>
              </a:ext>
            </a:extLst>
          </p:cNvPr>
          <p:cNvSpPr>
            <a:spLocks noGrp="1"/>
          </p:cNvSpPr>
          <p:nvPr>
            <p:ph type="body" sz="quarter" idx="19" hasCustomPrompt="1"/>
          </p:nvPr>
        </p:nvSpPr>
        <p:spPr>
          <a:xfrm>
            <a:off x="6250832" y="1381365"/>
            <a:ext cx="5533181" cy="394504"/>
          </a:xfrm>
          <a:prstGeom prst="rect">
            <a:avLst/>
          </a:prstGeom>
        </p:spPr>
        <p:txBody>
          <a:bodyPr lIns="0" tIns="0" bIns="0" anchor="t">
            <a:noAutofit/>
          </a:bodyPr>
          <a:lstStyle>
            <a:lvl1pPr marL="0" indent="0">
              <a:buNone/>
              <a:defRPr sz="1400" b="1" i="0">
                <a:solidFill>
                  <a:schemeClr val="tx1"/>
                </a:solidFill>
                <a:latin typeface="+mj-lt"/>
              </a:defRPr>
            </a:lvl1pPr>
          </a:lstStyle>
          <a:p>
            <a:pPr lvl="0"/>
            <a:r>
              <a:rPr lang="en-US"/>
              <a:t>Click to add Subtitle</a:t>
            </a:r>
          </a:p>
        </p:txBody>
      </p:sp>
      <p:sp>
        <p:nvSpPr>
          <p:cNvPr id="16" name="Text Placeholder 6">
            <a:extLst>
              <a:ext uri="{FF2B5EF4-FFF2-40B4-BE49-F238E27FC236}">
                <a16:creationId xmlns:a16="http://schemas.microsoft.com/office/drawing/2014/main" id="{5958A5C9-C940-FC60-1AEF-C358675483E8}"/>
              </a:ext>
            </a:extLst>
          </p:cNvPr>
          <p:cNvSpPr>
            <a:spLocks noGrp="1"/>
          </p:cNvSpPr>
          <p:nvPr>
            <p:ph type="body" sz="quarter" idx="20"/>
          </p:nvPr>
        </p:nvSpPr>
        <p:spPr>
          <a:xfrm>
            <a:off x="6250832" y="1858790"/>
            <a:ext cx="5533181" cy="4307060"/>
          </a:xfrm>
          <a:prstGeom prst="rect">
            <a:avLst/>
          </a:prstGeom>
        </p:spPr>
        <p:txBody>
          <a:bodyPr lIns="0">
            <a:noAutofit/>
          </a:bodyPr>
          <a:lstStyle>
            <a:lvl1pPr>
              <a:defRPr b="0" i="0">
                <a:solidFill>
                  <a:schemeClr val="tx1"/>
                </a:solidFill>
                <a:latin typeface="+mn-lt"/>
              </a:defRPr>
            </a:lvl1pPr>
            <a:lvl2pPr>
              <a:defRPr b="0" i="0">
                <a:solidFill>
                  <a:schemeClr val="tx1"/>
                </a:solidFill>
                <a:latin typeface="+mn-lt"/>
              </a:defRPr>
            </a:lvl2pPr>
            <a:lvl3pPr>
              <a:defRPr b="0" i="0">
                <a:solidFill>
                  <a:schemeClr val="tx1"/>
                </a:solidFill>
                <a:latin typeface="+mn-lt"/>
              </a:defRPr>
            </a:lvl3pPr>
            <a:lvl4pPr>
              <a:defRPr b="0" i="0">
                <a:solidFill>
                  <a:schemeClr val="tx1"/>
                </a:solidFill>
                <a:latin typeface="+mn-lt"/>
              </a:defRPr>
            </a:lvl4pPr>
            <a:lvl5pPr>
              <a:defRPr b="0" i="0">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3" name="Slide Number Placeholder 2">
            <a:extLst>
              <a:ext uri="{FF2B5EF4-FFF2-40B4-BE49-F238E27FC236}">
                <a16:creationId xmlns:a16="http://schemas.microsoft.com/office/drawing/2014/main" id="{9D6C2CB3-1D9A-4683-4092-83E35BF71731}"/>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1530159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lumn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6574BA-A1AF-9FDF-DE84-8CF39E0B216D}"/>
              </a:ext>
            </a:extLst>
          </p:cNvPr>
          <p:cNvSpPr>
            <a:spLocks noGrp="1"/>
          </p:cNvSpPr>
          <p:nvPr>
            <p:ph type="title"/>
          </p:nvPr>
        </p:nvSpPr>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4" name="Text Placeholder 10">
            <a:extLst>
              <a:ext uri="{FF2B5EF4-FFF2-40B4-BE49-F238E27FC236}">
                <a16:creationId xmlns:a16="http://schemas.microsoft.com/office/drawing/2014/main" id="{E1A80F5B-5D91-3E3F-79C7-F9B3D9CCCB62}"/>
              </a:ext>
            </a:extLst>
          </p:cNvPr>
          <p:cNvSpPr>
            <a:spLocks noGrp="1"/>
          </p:cNvSpPr>
          <p:nvPr>
            <p:ph type="body" sz="quarter" idx="19" hasCustomPrompt="1"/>
          </p:nvPr>
        </p:nvSpPr>
        <p:spPr>
          <a:xfrm>
            <a:off x="409451" y="1376363"/>
            <a:ext cx="3413567" cy="394504"/>
          </a:xfrm>
          <a:prstGeom prst="rect">
            <a:avLst/>
          </a:prstGeom>
        </p:spPr>
        <p:txBody>
          <a:bodyPr lIns="0" tIns="0" bIns="0" anchor="t">
            <a:noAutofit/>
          </a:bodyPr>
          <a:lstStyle>
            <a:lvl1pPr marL="0" indent="0">
              <a:buNone/>
              <a:defRPr sz="1400" b="1" i="0">
                <a:solidFill>
                  <a:schemeClr val="tx1"/>
                </a:solidFill>
                <a:latin typeface="+mj-lt"/>
              </a:defRPr>
            </a:lvl1pPr>
          </a:lstStyle>
          <a:p>
            <a:pPr lvl="0"/>
            <a:r>
              <a:rPr lang="en-US"/>
              <a:t>Click to add Subtitle</a:t>
            </a:r>
          </a:p>
        </p:txBody>
      </p:sp>
      <p:sp>
        <p:nvSpPr>
          <p:cNvPr id="6" name="Text Placeholder 6">
            <a:extLst>
              <a:ext uri="{FF2B5EF4-FFF2-40B4-BE49-F238E27FC236}">
                <a16:creationId xmlns:a16="http://schemas.microsoft.com/office/drawing/2014/main" id="{EDC1AFE2-7787-C693-8312-C59E2C1E27DA}"/>
              </a:ext>
            </a:extLst>
          </p:cNvPr>
          <p:cNvSpPr>
            <a:spLocks noGrp="1"/>
          </p:cNvSpPr>
          <p:nvPr>
            <p:ph type="body" sz="quarter" idx="13"/>
          </p:nvPr>
        </p:nvSpPr>
        <p:spPr>
          <a:xfrm>
            <a:off x="409451" y="1853788"/>
            <a:ext cx="3413570" cy="3919538"/>
          </a:xfrm>
          <a:prstGeom prst="rect">
            <a:avLst/>
          </a:prstGeom>
        </p:spPr>
        <p:txBody>
          <a:bodyPr lIns="0">
            <a:noAutofit/>
          </a:bodyPr>
          <a:lstStyle>
            <a:lvl1pPr>
              <a:defRPr b="0" i="0">
                <a:solidFill>
                  <a:schemeClr val="tx1"/>
                </a:solidFill>
                <a:latin typeface="+mn-lt"/>
              </a:defRPr>
            </a:lvl1pPr>
            <a:lvl2pPr>
              <a:defRPr b="0" i="0">
                <a:solidFill>
                  <a:schemeClr val="tx1"/>
                </a:solidFill>
                <a:latin typeface="+mn-lt"/>
              </a:defRPr>
            </a:lvl2pPr>
            <a:lvl3pPr>
              <a:defRPr b="0" i="0">
                <a:solidFill>
                  <a:schemeClr val="tx1"/>
                </a:solidFill>
                <a:latin typeface="+mn-lt"/>
              </a:defRPr>
            </a:lvl3pPr>
            <a:lvl4pPr>
              <a:defRPr b="0" i="0">
                <a:solidFill>
                  <a:schemeClr val="tx1"/>
                </a:solidFill>
                <a:latin typeface="+mn-lt"/>
              </a:defRPr>
            </a:lvl4pPr>
            <a:lvl5pPr>
              <a:defRPr b="0" i="0">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7" name="Text Placeholder 10">
            <a:extLst>
              <a:ext uri="{FF2B5EF4-FFF2-40B4-BE49-F238E27FC236}">
                <a16:creationId xmlns:a16="http://schemas.microsoft.com/office/drawing/2014/main" id="{01ED4426-D2D8-1054-2E64-70445E4B4931}"/>
              </a:ext>
            </a:extLst>
          </p:cNvPr>
          <p:cNvSpPr>
            <a:spLocks noGrp="1"/>
          </p:cNvSpPr>
          <p:nvPr>
            <p:ph type="body" sz="quarter" idx="20" hasCustomPrompt="1"/>
          </p:nvPr>
        </p:nvSpPr>
        <p:spPr>
          <a:xfrm>
            <a:off x="4389944" y="1376363"/>
            <a:ext cx="3413570" cy="394504"/>
          </a:xfrm>
          <a:prstGeom prst="rect">
            <a:avLst/>
          </a:prstGeom>
        </p:spPr>
        <p:txBody>
          <a:bodyPr lIns="0" tIns="0" bIns="0" anchor="t">
            <a:noAutofit/>
          </a:bodyPr>
          <a:lstStyle>
            <a:lvl1pPr marL="0" indent="0">
              <a:buNone/>
              <a:defRPr sz="1400" b="1" i="0">
                <a:solidFill>
                  <a:schemeClr val="tx1"/>
                </a:solidFill>
                <a:latin typeface="+mj-lt"/>
              </a:defRPr>
            </a:lvl1pPr>
          </a:lstStyle>
          <a:p>
            <a:pPr lvl="0"/>
            <a:r>
              <a:rPr lang="en-US"/>
              <a:t>Click to add Subtitle</a:t>
            </a:r>
          </a:p>
        </p:txBody>
      </p:sp>
      <p:sp>
        <p:nvSpPr>
          <p:cNvPr id="8" name="Text Placeholder 6">
            <a:extLst>
              <a:ext uri="{FF2B5EF4-FFF2-40B4-BE49-F238E27FC236}">
                <a16:creationId xmlns:a16="http://schemas.microsoft.com/office/drawing/2014/main" id="{D872C322-10E2-3F2B-AA8B-15FC61A16317}"/>
              </a:ext>
            </a:extLst>
          </p:cNvPr>
          <p:cNvSpPr>
            <a:spLocks noGrp="1"/>
          </p:cNvSpPr>
          <p:nvPr>
            <p:ph type="body" sz="quarter" idx="21"/>
          </p:nvPr>
        </p:nvSpPr>
        <p:spPr>
          <a:xfrm>
            <a:off x="4389943" y="1853788"/>
            <a:ext cx="3413570" cy="3919538"/>
          </a:xfrm>
          <a:prstGeom prst="rect">
            <a:avLst/>
          </a:prstGeom>
        </p:spPr>
        <p:txBody>
          <a:bodyPr lIns="0">
            <a:noAutofit/>
          </a:bodyPr>
          <a:lstStyle>
            <a:lvl1pPr>
              <a:defRPr b="0" i="0">
                <a:solidFill>
                  <a:schemeClr val="tx1"/>
                </a:solidFill>
                <a:latin typeface="+mn-lt"/>
              </a:defRPr>
            </a:lvl1pPr>
            <a:lvl2pPr>
              <a:defRPr b="0" i="0">
                <a:solidFill>
                  <a:schemeClr val="tx1"/>
                </a:solidFill>
                <a:latin typeface="+mn-lt"/>
              </a:defRPr>
            </a:lvl2pPr>
            <a:lvl3pPr>
              <a:defRPr b="0" i="0">
                <a:solidFill>
                  <a:schemeClr val="tx1"/>
                </a:solidFill>
                <a:latin typeface="+mn-lt"/>
              </a:defRPr>
            </a:lvl3pPr>
            <a:lvl4pPr>
              <a:defRPr b="0" i="0">
                <a:solidFill>
                  <a:schemeClr val="tx1"/>
                </a:solidFill>
                <a:latin typeface="+mn-lt"/>
              </a:defRPr>
            </a:lvl4pPr>
            <a:lvl5pPr>
              <a:defRPr b="0" i="0">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11" name="Text Placeholder 10">
            <a:extLst>
              <a:ext uri="{FF2B5EF4-FFF2-40B4-BE49-F238E27FC236}">
                <a16:creationId xmlns:a16="http://schemas.microsoft.com/office/drawing/2014/main" id="{99FB9094-5C24-3C16-9715-FF7B7C116D23}"/>
              </a:ext>
            </a:extLst>
          </p:cNvPr>
          <p:cNvSpPr>
            <a:spLocks noGrp="1"/>
          </p:cNvSpPr>
          <p:nvPr>
            <p:ph type="body" sz="quarter" idx="22" hasCustomPrompt="1"/>
          </p:nvPr>
        </p:nvSpPr>
        <p:spPr>
          <a:xfrm>
            <a:off x="8370448" y="1376363"/>
            <a:ext cx="3413565" cy="394504"/>
          </a:xfrm>
          <a:prstGeom prst="rect">
            <a:avLst/>
          </a:prstGeom>
        </p:spPr>
        <p:txBody>
          <a:bodyPr lIns="0" tIns="0" bIns="0" anchor="t">
            <a:noAutofit/>
          </a:bodyPr>
          <a:lstStyle>
            <a:lvl1pPr marL="0" indent="0">
              <a:buNone/>
              <a:defRPr sz="1400" b="1" i="0">
                <a:solidFill>
                  <a:schemeClr val="tx1"/>
                </a:solidFill>
                <a:latin typeface="+mj-lt"/>
              </a:defRPr>
            </a:lvl1pPr>
          </a:lstStyle>
          <a:p>
            <a:pPr lvl="0"/>
            <a:r>
              <a:rPr lang="en-US"/>
              <a:t>Click to add Subtitle</a:t>
            </a:r>
          </a:p>
        </p:txBody>
      </p:sp>
      <p:sp>
        <p:nvSpPr>
          <p:cNvPr id="12" name="Text Placeholder 6">
            <a:extLst>
              <a:ext uri="{FF2B5EF4-FFF2-40B4-BE49-F238E27FC236}">
                <a16:creationId xmlns:a16="http://schemas.microsoft.com/office/drawing/2014/main" id="{3EC89B9A-44C5-3417-E51F-890DA142D4D3}"/>
              </a:ext>
            </a:extLst>
          </p:cNvPr>
          <p:cNvSpPr>
            <a:spLocks noGrp="1"/>
          </p:cNvSpPr>
          <p:nvPr>
            <p:ph type="body" sz="quarter" idx="23"/>
          </p:nvPr>
        </p:nvSpPr>
        <p:spPr>
          <a:xfrm>
            <a:off x="8370443" y="1853788"/>
            <a:ext cx="3413570" cy="3919538"/>
          </a:xfrm>
          <a:prstGeom prst="rect">
            <a:avLst/>
          </a:prstGeom>
        </p:spPr>
        <p:txBody>
          <a:bodyPr lIns="0">
            <a:noAutofit/>
          </a:bodyPr>
          <a:lstStyle>
            <a:lvl1pPr>
              <a:defRPr b="0" i="0">
                <a:solidFill>
                  <a:schemeClr val="tx1"/>
                </a:solidFill>
                <a:latin typeface="+mn-lt"/>
              </a:defRPr>
            </a:lvl1pPr>
            <a:lvl2pPr>
              <a:defRPr b="0" i="0">
                <a:solidFill>
                  <a:schemeClr val="tx1"/>
                </a:solidFill>
                <a:latin typeface="+mn-lt"/>
              </a:defRPr>
            </a:lvl2pPr>
            <a:lvl3pPr>
              <a:defRPr b="0" i="0">
                <a:solidFill>
                  <a:schemeClr val="tx1"/>
                </a:solidFill>
                <a:latin typeface="+mn-lt"/>
              </a:defRPr>
            </a:lvl3pPr>
            <a:lvl4pPr>
              <a:defRPr b="0" i="0">
                <a:solidFill>
                  <a:schemeClr val="tx1"/>
                </a:solidFill>
                <a:latin typeface="+mn-lt"/>
              </a:defRPr>
            </a:lvl4pPr>
            <a:lvl5pPr>
              <a:defRPr b="0" i="0">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5" name="Slide Number Placeholder 2">
            <a:extLst>
              <a:ext uri="{FF2B5EF4-FFF2-40B4-BE49-F238E27FC236}">
                <a16:creationId xmlns:a16="http://schemas.microsoft.com/office/drawing/2014/main" id="{67042EA3-D233-4526-5CE6-1A1891BF5943}"/>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2433132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lean slide -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04405-2C9E-D24D-3D7D-15930B82BD2C}"/>
              </a:ext>
            </a:extLst>
          </p:cNvPr>
          <p:cNvSpPr>
            <a:spLocks noGrp="1"/>
          </p:cNvSpPr>
          <p:nvPr>
            <p:ph type="title"/>
          </p:nvPr>
        </p:nvSpPr>
        <p:spPr/>
        <p:txBody>
          <a:bodyPr/>
          <a:lstStyle>
            <a:lvl1pPr>
              <a:defRPr b="1" i="0">
                <a:solidFill>
                  <a:schemeClr val="tx1"/>
                </a:solidFill>
                <a:latin typeface="+mj-lt"/>
                <a:cs typeface="Arial" panose="020B0604020202020204" pitchFamily="34" charset="0"/>
              </a:defRPr>
            </a:lvl1pPr>
          </a:lstStyle>
          <a:p>
            <a:r>
              <a:rPr lang="en-GB"/>
              <a:t>Click to edit Master title style</a:t>
            </a:r>
            <a:endParaRPr lang="en-DK"/>
          </a:p>
        </p:txBody>
      </p:sp>
      <p:sp>
        <p:nvSpPr>
          <p:cNvPr id="4" name="Slide Number Placeholder 2">
            <a:extLst>
              <a:ext uri="{FF2B5EF4-FFF2-40B4-BE49-F238E27FC236}">
                <a16:creationId xmlns:a16="http://schemas.microsoft.com/office/drawing/2014/main" id="{44093BC9-E931-3BE1-98A9-172EE1590263}"/>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1879351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inimal slide - 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9F3D9C-4011-6968-57B1-4942FDC60447}"/>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366873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7" name="Title 7">
            <a:extLst>
              <a:ext uri="{FF2B5EF4-FFF2-40B4-BE49-F238E27FC236}">
                <a16:creationId xmlns:a16="http://schemas.microsoft.com/office/drawing/2014/main" id="{F2BF9F8A-BAE7-C678-797A-0BAC894A9994}"/>
              </a:ext>
            </a:extLst>
          </p:cNvPr>
          <p:cNvSpPr>
            <a:spLocks noGrp="1"/>
          </p:cNvSpPr>
          <p:nvPr>
            <p:ph type="title"/>
          </p:nvPr>
        </p:nvSpPr>
        <p:spPr>
          <a:xfrm>
            <a:off x="0" y="2676070"/>
            <a:ext cx="12192000" cy="746459"/>
          </a:xfrm>
          <a:prstGeom prst="rect">
            <a:avLst/>
          </a:prstGeom>
        </p:spPr>
        <p:txBody>
          <a:bodyPr/>
          <a:lstStyle>
            <a:lvl1pPr algn="ctr">
              <a:defRPr sz="5400" b="1" i="0">
                <a:solidFill>
                  <a:schemeClr val="tx1"/>
                </a:solidFill>
                <a:latin typeface="+mj-lt"/>
              </a:defRPr>
            </a:lvl1pPr>
          </a:lstStyle>
          <a:p>
            <a:r>
              <a:rPr lang="en-GB"/>
              <a:t>Click to edit Master title style</a:t>
            </a:r>
            <a:endParaRPr lang="en-DK"/>
          </a:p>
        </p:txBody>
      </p:sp>
      <p:pic>
        <p:nvPicPr>
          <p:cNvPr id="3" name="Graphic 2">
            <a:extLst>
              <a:ext uri="{FF2B5EF4-FFF2-40B4-BE49-F238E27FC236}">
                <a16:creationId xmlns:a16="http://schemas.microsoft.com/office/drawing/2014/main" id="{33AA47B7-353D-218C-8ADB-BD7C2EB8B6E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37885" y="799029"/>
            <a:ext cx="1104900" cy="1104900"/>
          </a:xfrm>
          <a:prstGeom prst="rect">
            <a:avLst/>
          </a:prstGeom>
        </p:spPr>
      </p:pic>
      <p:pic>
        <p:nvPicPr>
          <p:cNvPr id="2" name="Graphic 1">
            <a:extLst>
              <a:ext uri="{FF2B5EF4-FFF2-40B4-BE49-F238E27FC236}">
                <a16:creationId xmlns:a16="http://schemas.microsoft.com/office/drawing/2014/main" id="{740CA16E-7CC9-05CA-4EF6-D2F8325F1DD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037516" y="4108106"/>
            <a:ext cx="7772400" cy="4008793"/>
          </a:xfrm>
          <a:prstGeom prst="rect">
            <a:avLst/>
          </a:prstGeom>
        </p:spPr>
      </p:pic>
      <p:sp>
        <p:nvSpPr>
          <p:cNvPr id="5" name="Slide Number Placeholder 2">
            <a:extLst>
              <a:ext uri="{FF2B5EF4-FFF2-40B4-BE49-F238E27FC236}">
                <a16:creationId xmlns:a16="http://schemas.microsoft.com/office/drawing/2014/main" id="{939DF421-9B25-7D9E-C576-CD891B2180C7}"/>
              </a:ext>
              <a:ext uri="{C183D7F6-B498-43B3-948B-1728B52AA6E4}">
                <adec:decorative xmlns:adec="http://schemas.microsoft.com/office/drawing/2017/decorative" val="1"/>
              </a:ext>
            </a:extLst>
          </p:cNvPr>
          <p:cNvSpPr>
            <a:spLocks noGrp="1"/>
          </p:cNvSpPr>
          <p:nvPr userDrawn="1"/>
        </p:nvSpPr>
        <p:spPr>
          <a:xfrm>
            <a:off x="11653284" y="6337005"/>
            <a:ext cx="538716" cy="520995"/>
          </a:xfrm>
          <a:prstGeom prst="rect">
            <a:avLst/>
          </a:prstGeom>
          <a:ln w="0">
            <a:noFill/>
          </a:ln>
        </p:spPr>
        <p:txBody>
          <a:bodyPr vert="horz" lIns="0" tIns="0" rIns="0" bIns="0" rtlCol="0" anchor="ctr"/>
          <a:lstStyle>
            <a:defPPr>
              <a:defRPr lang="en-US"/>
            </a:defPPr>
            <a:lvl1pPr marL="0" algn="ctr" defTabSz="914400" rtl="0" eaLnBrk="1" latinLnBrk="0" hangingPunct="1">
              <a:defRPr sz="800" b="0" i="0" kern="1200">
                <a:solidFill>
                  <a:schemeClr val="tx1"/>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8E96AE-B5B5-49FC-BED4-FF80B77E5CAF}" type="slidenum">
              <a:rPr lang="en-DK" smtClean="0"/>
              <a:pPr/>
              <a:t>‹#›</a:t>
            </a:fld>
            <a:endParaRPr lang="en-DK"/>
          </a:p>
        </p:txBody>
      </p:sp>
    </p:spTree>
    <p:extLst>
      <p:ext uri="{BB962C8B-B14F-4D97-AF65-F5344CB8AC3E}">
        <p14:creationId xmlns:p14="http://schemas.microsoft.com/office/powerpoint/2010/main" val="1325137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6" name="Graphic 5" descr="Siteimprove logo">
            <a:extLst>
              <a:ext uri="{FF2B5EF4-FFF2-40B4-BE49-F238E27FC236}">
                <a16:creationId xmlns:a16="http://schemas.microsoft.com/office/drawing/2014/main" id="{B7A833A3-BE7D-6B32-8178-B6B22D71C8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67042" y="2223655"/>
            <a:ext cx="8657915" cy="2133744"/>
          </a:xfrm>
          <a:prstGeom prst="rect">
            <a:avLst/>
          </a:prstGeom>
          <a:effectLst>
            <a:outerShdw blurRad="317500" dist="127000" dir="5400000" algn="ctr" rotWithShape="0">
              <a:schemeClr val="tx1">
                <a:alpha val="20000"/>
              </a:schemeClr>
            </a:outerShdw>
          </a:effectLst>
        </p:spPr>
      </p:pic>
      <p:pic>
        <p:nvPicPr>
          <p:cNvPr id="3" name="Graphic 2">
            <a:extLst>
              <a:ext uri="{FF2B5EF4-FFF2-40B4-BE49-F238E27FC236}">
                <a16:creationId xmlns:a16="http://schemas.microsoft.com/office/drawing/2014/main" id="{CD890364-900C-5180-517F-695388A5094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437885" y="799029"/>
            <a:ext cx="1104900" cy="1104900"/>
          </a:xfrm>
          <a:prstGeom prst="rect">
            <a:avLst/>
          </a:prstGeom>
        </p:spPr>
      </p:pic>
      <p:pic>
        <p:nvPicPr>
          <p:cNvPr id="2" name="Graphic 1">
            <a:extLst>
              <a:ext uri="{FF2B5EF4-FFF2-40B4-BE49-F238E27FC236}">
                <a16:creationId xmlns:a16="http://schemas.microsoft.com/office/drawing/2014/main" id="{78942CBA-B334-DB51-42CC-38A3851D67D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037516" y="4108106"/>
            <a:ext cx="7772400" cy="4008793"/>
          </a:xfrm>
          <a:prstGeom prst="rect">
            <a:avLst/>
          </a:prstGeom>
        </p:spPr>
      </p:pic>
    </p:spTree>
    <p:extLst>
      <p:ext uri="{BB962C8B-B14F-4D97-AF65-F5344CB8AC3E}">
        <p14:creationId xmlns:p14="http://schemas.microsoft.com/office/powerpoint/2010/main" val="372204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Title Placeholder 4">
            <a:extLst>
              <a:ext uri="{FF2B5EF4-FFF2-40B4-BE49-F238E27FC236}">
                <a16:creationId xmlns:a16="http://schemas.microsoft.com/office/drawing/2014/main" id="{A2191E78-A863-E934-43AF-822E760872F5}"/>
              </a:ext>
            </a:extLst>
          </p:cNvPr>
          <p:cNvSpPr>
            <a:spLocks noGrp="1"/>
          </p:cNvSpPr>
          <p:nvPr>
            <p:ph type="title"/>
          </p:nvPr>
        </p:nvSpPr>
        <p:spPr>
          <a:xfrm>
            <a:off x="409451" y="441325"/>
            <a:ext cx="11374562" cy="658516"/>
          </a:xfrm>
          <a:prstGeom prst="rect">
            <a:avLst/>
          </a:prstGeom>
        </p:spPr>
        <p:txBody>
          <a:bodyPr vert="horz" lIns="0" tIns="0" rIns="0" bIns="0" rtlCol="0" anchor="t">
            <a:noAutofit/>
          </a:bodyPr>
          <a:lstStyle/>
          <a:p>
            <a:r>
              <a:rPr lang="en-GB"/>
              <a:t>Click to edit Master title style</a:t>
            </a:r>
            <a:endParaRPr lang="en-DK"/>
          </a:p>
        </p:txBody>
      </p:sp>
      <p:sp>
        <p:nvSpPr>
          <p:cNvPr id="8" name="Text Placeholder 2">
            <a:extLst>
              <a:ext uri="{FF2B5EF4-FFF2-40B4-BE49-F238E27FC236}">
                <a16:creationId xmlns:a16="http://schemas.microsoft.com/office/drawing/2014/main" id="{D791C7AB-3248-1940-9698-DCA30F113CB3}"/>
              </a:ext>
            </a:extLst>
          </p:cNvPr>
          <p:cNvSpPr>
            <a:spLocks noGrp="1"/>
          </p:cNvSpPr>
          <p:nvPr>
            <p:ph type="body" idx="1"/>
          </p:nvPr>
        </p:nvSpPr>
        <p:spPr>
          <a:xfrm>
            <a:off x="409452" y="1376363"/>
            <a:ext cx="11374562" cy="4789487"/>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Slide Number Placeholder 18">
            <a:extLst>
              <a:ext uri="{FF2B5EF4-FFF2-40B4-BE49-F238E27FC236}">
                <a16:creationId xmlns:a16="http://schemas.microsoft.com/office/drawing/2014/main" id="{9020719A-66B0-0FF9-EDAE-7AAD4138368E}"/>
              </a:ext>
              <a:ext uri="{C183D7F6-B498-43B3-948B-1728B52AA6E4}">
                <adec:decorative xmlns:adec="http://schemas.microsoft.com/office/drawing/2017/decorative" val="1"/>
              </a:ext>
            </a:extLst>
          </p:cNvPr>
          <p:cNvSpPr>
            <a:spLocks noGrp="1"/>
          </p:cNvSpPr>
          <p:nvPr>
            <p:ph type="sldNum" sz="quarter" idx="4"/>
          </p:nvPr>
        </p:nvSpPr>
        <p:spPr>
          <a:xfrm>
            <a:off x="11653284" y="6337005"/>
            <a:ext cx="538716" cy="520995"/>
          </a:xfrm>
          <a:prstGeom prst="rect">
            <a:avLst/>
          </a:prstGeom>
          <a:ln w="0">
            <a:noFill/>
          </a:ln>
        </p:spPr>
        <p:txBody>
          <a:bodyPr vert="horz" lIns="0" tIns="0" rIns="0" bIns="0" rtlCol="0" anchor="ctr"/>
          <a:lstStyle>
            <a:lvl1pPr algn="ctr">
              <a:defRPr sz="800" b="0" i="0">
                <a:solidFill>
                  <a:schemeClr val="tx1"/>
                </a:solidFill>
                <a:latin typeface="Arial" panose="020B0604020202020204" pitchFamily="34" charset="0"/>
              </a:defRPr>
            </a:lvl1pPr>
          </a:lstStyle>
          <a:p>
            <a:fld id="{D78E96AE-B5B5-49FC-BED4-FF80B77E5CAF}" type="slidenum">
              <a:rPr lang="en-DK" smtClean="0"/>
              <a:pPr/>
              <a:t>‹#›</a:t>
            </a:fld>
            <a:endParaRPr lang="en-DK"/>
          </a:p>
        </p:txBody>
      </p:sp>
    </p:spTree>
    <p:extLst>
      <p:ext uri="{BB962C8B-B14F-4D97-AF65-F5344CB8AC3E}">
        <p14:creationId xmlns:p14="http://schemas.microsoft.com/office/powerpoint/2010/main" val="2852215217"/>
      </p:ext>
    </p:extLst>
  </p:cSld>
  <p:clrMap bg1="lt1" tx1="dk1" bg2="lt2" tx2="dk2" accent1="accent1" accent2="accent2" accent3="accent3" accent4="accent4" accent5="accent5" accent6="accent6" hlink="hlink" folHlink="folHlink"/>
  <p:sldLayoutIdLst>
    <p:sldLayoutId id="2147483956" r:id="rId1"/>
    <p:sldLayoutId id="2147484033" r:id="rId2"/>
    <p:sldLayoutId id="2147484026" r:id="rId3"/>
    <p:sldLayoutId id="2147484075" r:id="rId4"/>
    <p:sldLayoutId id="2147484029" r:id="rId5"/>
    <p:sldLayoutId id="2147484031" r:id="rId6"/>
    <p:sldLayoutId id="2147483911" r:id="rId7"/>
    <p:sldLayoutId id="2147483912" r:id="rId8"/>
    <p:sldLayoutId id="2147484030" r:id="rId9"/>
    <p:sldLayoutId id="2147484021" r:id="rId10"/>
    <p:sldLayoutId id="2147484020" r:id="rId11"/>
    <p:sldLayoutId id="2147484079" r:id="rId12"/>
    <p:sldLayoutId id="2147483922" r:id="rId13"/>
    <p:sldLayoutId id="2147483921" r:id="rId14"/>
    <p:sldLayoutId id="2147484022" r:id="rId15"/>
    <p:sldLayoutId id="2147483928" r:id="rId16"/>
    <p:sldLayoutId id="2147484023" r:id="rId17"/>
    <p:sldLayoutId id="2147484076" r:id="rId18"/>
    <p:sldLayoutId id="2147484077" r:id="rId19"/>
    <p:sldLayoutId id="2147483907" r:id="rId20"/>
    <p:sldLayoutId id="2147483898" r:id="rId21"/>
    <p:sldLayoutId id="2147484080" r:id="rId22"/>
    <p:sldLayoutId id="2147483917" r:id="rId23"/>
    <p:sldLayoutId id="2147483904" r:id="rId24"/>
    <p:sldLayoutId id="2147484018" r:id="rId25"/>
    <p:sldLayoutId id="2147484078" r:id="rId26"/>
    <p:sldLayoutId id="2147484009" r:id="rId27"/>
    <p:sldLayoutId id="2147484008" r:id="rId28"/>
    <p:sldLayoutId id="2147484014" r:id="rId29"/>
    <p:sldLayoutId id="2147483891" r:id="rId30"/>
    <p:sldLayoutId id="2147483892" r:id="rId31"/>
    <p:sldLayoutId id="2147483893" r:id="rId32"/>
    <p:sldLayoutId id="2147483894" r:id="rId33"/>
    <p:sldLayoutId id="2147483913" r:id="rId34"/>
    <p:sldLayoutId id="2147484015" r:id="rId35"/>
    <p:sldLayoutId id="2147483990" r:id="rId3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100000"/>
        </a:lnSpc>
        <a:spcBef>
          <a:spcPct val="0"/>
        </a:spcBef>
        <a:buNone/>
        <a:defRPr sz="2800" b="1" i="0" kern="120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Arial" panose="020B0604020202020204" pitchFamily="34" charset="0"/>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Arial" panose="020B0604020202020204" pitchFamily="34" charset="0"/>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Arial" panose="020B0604020202020204" pitchFamily="34" charset="0"/>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Arial" panose="020B0604020202020204" pitchFamily="34" charset="0"/>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DCDCDC"/>
          </p15:clr>
        </p15:guide>
        <p15:guide id="3" pos="257" userDrawn="1">
          <p15:clr>
            <a:srgbClr val="DCDCDC"/>
          </p15:clr>
        </p15:guide>
        <p15:guide id="5" pos="393" userDrawn="1">
          <p15:clr>
            <a:srgbClr val="C35EA4"/>
          </p15:clr>
        </p15:guide>
        <p15:guide id="8" pos="824" userDrawn="1">
          <p15:clr>
            <a:srgbClr val="C35EA4"/>
          </p15:clr>
        </p15:guide>
        <p15:guide id="9" pos="1255" userDrawn="1">
          <p15:clr>
            <a:srgbClr val="C35EA4"/>
          </p15:clr>
        </p15:guide>
        <p15:guide id="12" pos="5995" userDrawn="1">
          <p15:clr>
            <a:srgbClr val="C35EA4"/>
          </p15:clr>
        </p15:guide>
        <p15:guide id="13" pos="1685" userDrawn="1">
          <p15:clr>
            <a:srgbClr val="C35EA4"/>
          </p15:clr>
        </p15:guide>
        <p15:guide id="16" pos="2116" userDrawn="1">
          <p15:clr>
            <a:srgbClr val="C35EA4"/>
          </p15:clr>
        </p15:guide>
        <p15:guide id="17" pos="2547" userDrawn="1">
          <p15:clr>
            <a:srgbClr val="C35EA4"/>
          </p15:clr>
        </p15:guide>
        <p15:guide id="21" pos="2978" userDrawn="1">
          <p15:clr>
            <a:srgbClr val="C35EA4"/>
          </p15:clr>
        </p15:guide>
        <p15:guide id="24" pos="6425" userDrawn="1">
          <p15:clr>
            <a:srgbClr val="C35EA4"/>
          </p15:clr>
        </p15:guide>
        <p15:guide id="25" pos="3409" userDrawn="1">
          <p15:clr>
            <a:srgbClr val="C35EA4"/>
          </p15:clr>
        </p15:guide>
        <p15:guide id="28" pos="3840" userDrawn="1">
          <p15:clr>
            <a:srgbClr val="C35EA4"/>
          </p15:clr>
        </p15:guide>
        <p15:guide id="29" pos="4271" userDrawn="1">
          <p15:clr>
            <a:srgbClr val="C35EA4"/>
          </p15:clr>
        </p15:guide>
        <p15:guide id="33" pos="4702" userDrawn="1">
          <p15:clr>
            <a:srgbClr val="C35EA4"/>
          </p15:clr>
        </p15:guide>
        <p15:guide id="36" pos="5133" userDrawn="1">
          <p15:clr>
            <a:srgbClr val="C35EA4"/>
          </p15:clr>
        </p15:guide>
        <p15:guide id="37" pos="5564" userDrawn="1">
          <p15:clr>
            <a:srgbClr val="C35EA4"/>
          </p15:clr>
        </p15:guide>
        <p15:guide id="40" pos="7680" userDrawn="1">
          <p15:clr>
            <a:srgbClr val="C35EA4"/>
          </p15:clr>
        </p15:guide>
        <p15:guide id="48" pos="6856" userDrawn="1">
          <p15:clr>
            <a:srgbClr val="C35EA4"/>
          </p15:clr>
        </p15:guide>
        <p15:guide id="52" pos="7287" userDrawn="1">
          <p15:clr>
            <a:srgbClr val="C35EA4"/>
          </p15:clr>
        </p15:guide>
        <p15:guide id="53" pos="7423" userDrawn="1">
          <p15:clr>
            <a:srgbClr val="DCDCDC"/>
          </p15:clr>
        </p15:guide>
        <p15:guide id="54" orient="horz" userDrawn="1">
          <p15:clr>
            <a:srgbClr val="DCDCDC"/>
          </p15:clr>
        </p15:guide>
        <p15:guide id="55" orient="horz" pos="436" userDrawn="1">
          <p15:clr>
            <a:srgbClr val="DCDCDC"/>
          </p15:clr>
        </p15:guide>
        <p15:guide id="56" orient="horz" pos="278" userDrawn="1">
          <p15:clr>
            <a:srgbClr val="DCDCDC"/>
          </p15:clr>
        </p15:guide>
        <p15:guide id="57" orient="horz" pos="3884" userDrawn="1">
          <p15:clr>
            <a:srgbClr val="DCDCDC"/>
          </p15:clr>
        </p15:guide>
        <p15:guide id="62" orient="horz" pos="867" userDrawn="1">
          <p15:clr>
            <a:srgbClr val="DCDCDC"/>
          </p15:clr>
        </p15:guide>
        <p15:guide id="64" orient="horz" pos="1298" userDrawn="1">
          <p15:clr>
            <a:srgbClr val="DCDCDC"/>
          </p15:clr>
        </p15:guide>
        <p15:guide id="66" orient="horz" pos="1729" userDrawn="1">
          <p15:clr>
            <a:srgbClr val="DCDCDC"/>
          </p15:clr>
        </p15:guide>
        <p15:guide id="67" orient="horz" pos="2160" userDrawn="1">
          <p15:clr>
            <a:srgbClr val="DCDCDC"/>
          </p15:clr>
        </p15:guide>
        <p15:guide id="68" orient="horz" pos="2591" userDrawn="1">
          <p15:clr>
            <a:srgbClr val="DCDCDC"/>
          </p15:clr>
        </p15:guide>
        <p15:guide id="69" orient="horz" pos="3022" userDrawn="1">
          <p15:clr>
            <a:srgbClr val="DCDCDC"/>
          </p15:clr>
        </p15:guide>
        <p15:guide id="70" orient="horz" pos="3453" userDrawn="1">
          <p15:clr>
            <a:srgbClr val="DCDCDC"/>
          </p15:clr>
        </p15:guide>
        <p15:guide id="72" orient="horz" pos="4320" userDrawn="1">
          <p15:clr>
            <a:srgbClr val="DCDCDC"/>
          </p15:clr>
        </p15:guide>
        <p15:guide id="80" orient="horz" pos="4088" userDrawn="1">
          <p15:clr>
            <a:srgbClr val="DCDCDC"/>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6.xml"/><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3" Type="http://schemas.openxmlformats.org/officeDocument/2006/relationships/hyperlink" Target="https://webaim.org/techniques/headings/" TargetMode="External"/><Relationship Id="rId2" Type="http://schemas.openxmlformats.org/officeDocument/2006/relationships/notesSlide" Target="../notesSlides/notesSlide40.xml"/><Relationship Id="rId1" Type="http://schemas.openxmlformats.org/officeDocument/2006/relationships/slideLayout" Target="../slideLayouts/slideLayout30.xml"/><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0.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30.xml"/><Relationship Id="rId5" Type="http://schemas.openxmlformats.org/officeDocument/2006/relationships/image" Target="../media/image24.png"/><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3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0.xml"/></Relationships>
</file>

<file path=ppt/slides/_rels/slide5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9.xml"/><Relationship Id="rId1" Type="http://schemas.openxmlformats.org/officeDocument/2006/relationships/slideLayout" Target="../slideLayouts/slideLayout30.xml"/></Relationships>
</file>

<file path=ppt/slides/_rels/slide52.xml.rels><?xml version="1.0" encoding="UTF-8" standalone="yes"?>
<Relationships xmlns="http://schemas.openxmlformats.org/package/2006/relationships"><Relationship Id="rId3" Type="http://schemas.openxmlformats.org/officeDocument/2006/relationships/hyperlink" Target="https://www.w3.org/WAI/WCAG22/Understanding/contrast-minimum.html#dfn-large-scale" TargetMode="External"/><Relationship Id="rId2" Type="http://schemas.openxmlformats.org/officeDocument/2006/relationships/notesSlide" Target="../notesSlides/notesSlide50.xml"/><Relationship Id="rId1" Type="http://schemas.openxmlformats.org/officeDocument/2006/relationships/slideLayout" Target="../slideLayouts/slideLayout30.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1.xml"/><Relationship Id="rId1" Type="http://schemas.openxmlformats.org/officeDocument/2006/relationships/slideLayout" Target="../slideLayouts/slideLayout3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0.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3.xml"/><Relationship Id="rId1" Type="http://schemas.openxmlformats.org/officeDocument/2006/relationships/slideLayout" Target="../slideLayouts/slideLayout3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0.xml"/></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5.xml"/><Relationship Id="rId1" Type="http://schemas.openxmlformats.org/officeDocument/2006/relationships/slideLayout" Target="../slideLayouts/slideLayout30.xml"/><Relationship Id="rId4" Type="http://schemas.openxmlformats.org/officeDocument/2006/relationships/image" Target="../media/image28.png"/></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6.xml"/><Relationship Id="rId1" Type="http://schemas.openxmlformats.org/officeDocument/2006/relationships/slideLayout" Target="../slideLayouts/slideLayout30.xml"/><Relationship Id="rId4" Type="http://schemas.openxmlformats.org/officeDocument/2006/relationships/image" Target="../media/image29.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0.xml"/></Relationships>
</file>

<file path=ppt/slides/_rels/slide6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0.xml"/><Relationship Id="rId1" Type="http://schemas.openxmlformats.org/officeDocument/2006/relationships/slideLayout" Target="../slideLayouts/slideLayout3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0.xml"/></Relationships>
</file>

<file path=ppt/slides/_rels/slide6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4.xml"/><Relationship Id="rId1" Type="http://schemas.openxmlformats.org/officeDocument/2006/relationships/slideLayout" Target="../slideLayouts/slideLayout30.xml"/></Relationships>
</file>

<file path=ppt/slides/_rels/slide6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5.xml"/><Relationship Id="rId1" Type="http://schemas.openxmlformats.org/officeDocument/2006/relationships/slideLayout" Target="../slideLayouts/slideLayout3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0.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0.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0.xml"/></Relationships>
</file>

<file path=ppt/slides/_rels/slide7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6.xml"/><Relationship Id="rId1" Type="http://schemas.openxmlformats.org/officeDocument/2006/relationships/slideLayout" Target="../slideLayouts/slideLayout3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0.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0.xml"/></Relationships>
</file>

<file path=ppt/slides/_rels/slide8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9.xml"/><Relationship Id="rId1" Type="http://schemas.openxmlformats.org/officeDocument/2006/relationships/slideLayout" Target="../slideLayouts/slideLayout30.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0.xml"/></Relationships>
</file>

<file path=ppt/slides/_rels/slide8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1.xml"/><Relationship Id="rId1" Type="http://schemas.openxmlformats.org/officeDocument/2006/relationships/slideLayout" Target="../slideLayouts/slideLayout30.xml"/><Relationship Id="rId4" Type="http://schemas.openxmlformats.org/officeDocument/2006/relationships/image" Target="../media/image33.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0.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0.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0.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0.xml"/></Relationships>
</file>

<file path=ppt/slides/_rels/slide8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6.xml"/><Relationship Id="rId1" Type="http://schemas.openxmlformats.org/officeDocument/2006/relationships/slideLayout" Target="../slideLayouts/slideLayout30.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0.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0.xml"/></Relationships>
</file>

<file path=ppt/slides/_rels/slide92.xml.rels><?xml version="1.0" encoding="UTF-8" standalone="yes"?>
<Relationships xmlns="http://schemas.openxmlformats.org/package/2006/relationships"><Relationship Id="rId3" Type="http://schemas.openxmlformats.org/officeDocument/2006/relationships/hyperlink" Target="https://linkedin.com/in/dan-tripp" TargetMode="External"/><Relationship Id="rId2" Type="http://schemas.openxmlformats.org/officeDocument/2006/relationships/hyperlink" Target="mailto:dtr@siteimprove.com" TargetMode="External"/><Relationship Id="rId1" Type="http://schemas.openxmlformats.org/officeDocument/2006/relationships/slideLayout" Target="../slideLayouts/slideLayout35.xml"/><Relationship Id="rId4"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EB184-69BB-21EE-5720-A388752AA376}"/>
              </a:ext>
            </a:extLst>
          </p:cNvPr>
          <p:cNvSpPr>
            <a:spLocks noGrp="1"/>
          </p:cNvSpPr>
          <p:nvPr>
            <p:ph type="title"/>
          </p:nvPr>
        </p:nvSpPr>
        <p:spPr>
          <a:xfrm>
            <a:off x="410399" y="2249341"/>
            <a:ext cx="6476176" cy="1366468"/>
          </a:xfrm>
        </p:spPr>
        <p:txBody>
          <a:bodyPr/>
          <a:lstStyle/>
          <a:p>
            <a:r>
              <a:rPr lang="en-US" dirty="0"/>
              <a:t>Common Mistakes in Web Accessibility</a:t>
            </a:r>
          </a:p>
        </p:txBody>
      </p:sp>
      <p:sp>
        <p:nvSpPr>
          <p:cNvPr id="3" name="Text Placeholder 2">
            <a:extLst>
              <a:ext uri="{FF2B5EF4-FFF2-40B4-BE49-F238E27FC236}">
                <a16:creationId xmlns:a16="http://schemas.microsoft.com/office/drawing/2014/main" id="{45132D20-D330-7C91-32E9-D4C289E9420D}"/>
              </a:ext>
            </a:extLst>
          </p:cNvPr>
          <p:cNvSpPr>
            <a:spLocks noGrp="1"/>
          </p:cNvSpPr>
          <p:nvPr>
            <p:ph type="body" sz="quarter" idx="11"/>
          </p:nvPr>
        </p:nvSpPr>
        <p:spPr/>
        <p:txBody>
          <a:bodyPr/>
          <a:lstStyle/>
          <a:p>
            <a:r>
              <a:rPr lang="en-US" dirty="0"/>
              <a:t>Presenter: Dan Tripp</a:t>
            </a:r>
          </a:p>
        </p:txBody>
      </p:sp>
      <p:sp>
        <p:nvSpPr>
          <p:cNvPr id="4" name="Slide Number Placeholder 3">
            <a:extLst>
              <a:ext uri="{FF2B5EF4-FFF2-40B4-BE49-F238E27FC236}">
                <a16:creationId xmlns:a16="http://schemas.microsoft.com/office/drawing/2014/main" id="{3F6F7A4F-CB3A-45E0-C48C-466404FBE9A0}"/>
              </a:ext>
            </a:extLst>
          </p:cNvPr>
          <p:cNvSpPr>
            <a:spLocks noGrp="1"/>
          </p:cNvSpPr>
          <p:nvPr>
            <p:ph type="sldNum" sz="quarter" idx="10"/>
          </p:nvPr>
        </p:nvSpPr>
        <p:spPr/>
        <p:txBody>
          <a:bodyPr/>
          <a:lstStyle/>
          <a:p>
            <a:fld id="{D78E96AE-B5B5-49FC-BED4-FF80B77E5CAF}" type="slidenum">
              <a:rPr lang="en-DK" smtClean="0"/>
              <a:pPr/>
              <a:t>1</a:t>
            </a:fld>
            <a:endParaRPr lang="en-DK"/>
          </a:p>
        </p:txBody>
      </p:sp>
    </p:spTree>
    <p:extLst>
      <p:ext uri="{BB962C8B-B14F-4D97-AF65-F5344CB8AC3E}">
        <p14:creationId xmlns:p14="http://schemas.microsoft.com/office/powerpoint/2010/main" val="34883970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678698B-F820-4C3B-A3F5-22F291B4D56C}"/>
              </a:ext>
            </a:extLst>
          </p:cNvPr>
          <p:cNvSpPr>
            <a:spLocks noGrp="1"/>
          </p:cNvSpPr>
          <p:nvPr>
            <p:ph type="title"/>
          </p:nvPr>
        </p:nvSpPr>
        <p:spPr>
          <a:xfrm>
            <a:off x="407988" y="152401"/>
            <a:ext cx="11376025" cy="723900"/>
          </a:xfrm>
          <a:ln>
            <a:noFill/>
          </a:ln>
        </p:spPr>
        <p:txBody>
          <a:bodyPr>
            <a:normAutofit/>
          </a:bodyPr>
          <a:lstStyle/>
          <a:p>
            <a:r>
              <a:rPr lang="en-CA" sz="4000" dirty="0"/>
              <a:t>Introduction</a:t>
            </a:r>
            <a:endParaRPr lang="en-DK" sz="4000" dirty="0"/>
          </a:p>
        </p:txBody>
      </p:sp>
      <p:sp>
        <p:nvSpPr>
          <p:cNvPr id="12" name="Text Placeholder 11">
            <a:extLst>
              <a:ext uri="{FF2B5EF4-FFF2-40B4-BE49-F238E27FC236}">
                <a16:creationId xmlns:a16="http://schemas.microsoft.com/office/drawing/2014/main" id="{E5905F56-404C-4D02-BD75-B91ED2A79D32}"/>
              </a:ext>
            </a:extLst>
          </p:cNvPr>
          <p:cNvSpPr>
            <a:spLocks noGrp="1"/>
          </p:cNvSpPr>
          <p:nvPr>
            <p:ph type="body" sz="quarter" idx="19"/>
          </p:nvPr>
        </p:nvSpPr>
        <p:spPr>
          <a:xfrm>
            <a:off x="407988" y="952500"/>
            <a:ext cx="11376025" cy="5629275"/>
          </a:xfrm>
          <a:ln>
            <a:noFill/>
          </a:ln>
        </p:spPr>
        <p:txBody>
          <a:bodyPr>
            <a:noAutofit/>
          </a:bodyPr>
          <a:lstStyle/>
          <a:p>
            <a:endParaRPr lang="en-US" sz="3200" dirty="0"/>
          </a:p>
          <a:p>
            <a:r>
              <a:rPr lang="en-US" sz="3200" dirty="0"/>
              <a:t>Study of approx. 48,000 pieces of advice.  Consultants to customers.  </a:t>
            </a:r>
          </a:p>
          <a:p>
            <a:r>
              <a:rPr lang="en-US" sz="3200" dirty="0"/>
              <a:t>Audience: web content authors, web developers, all web, no apps.</a:t>
            </a:r>
          </a:p>
          <a:p>
            <a:r>
              <a:rPr lang="en-US" sz="3200" dirty="0"/>
              <a:t>Automated checks, not manual (mostly).</a:t>
            </a:r>
          </a:p>
          <a:p>
            <a:r>
              <a:rPr lang="en-US" sz="3200" dirty="0"/>
              <a:t>Automated checks don’t find everything.</a:t>
            </a:r>
          </a:p>
          <a:p>
            <a:endParaRPr lang="en-US" sz="3200" dirty="0"/>
          </a:p>
        </p:txBody>
      </p:sp>
    </p:spTree>
    <p:extLst>
      <p:ext uri="{BB962C8B-B14F-4D97-AF65-F5344CB8AC3E}">
        <p14:creationId xmlns:p14="http://schemas.microsoft.com/office/powerpoint/2010/main" val="3545429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250"/>
                                        <p:tgtEl>
                                          <p:spTgt spid="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25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animEffect transition="in" filter="fade">
                                      <p:cBhvr>
                                        <p:cTn id="17" dur="250"/>
                                        <p:tgtEl>
                                          <p:spTgt spid="1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4" end="4"/>
                                            </p:txEl>
                                          </p:spTgt>
                                        </p:tgtEl>
                                        <p:attrNameLst>
                                          <p:attrName>style.visibility</p:attrName>
                                        </p:attrNameLst>
                                      </p:cBhvr>
                                      <p:to>
                                        <p:strVal val="visible"/>
                                      </p:to>
                                    </p:set>
                                    <p:animEffect transition="in" filter="fade">
                                      <p:cBhvr>
                                        <p:cTn id="22" dur="25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73BAD-B2DA-548B-5ECD-F0550B9BB15C}"/>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0A158B97-AEAD-12DC-5055-7057455C96BD}"/>
              </a:ext>
            </a:extLst>
          </p:cNvPr>
          <p:cNvSpPr>
            <a:spLocks noGrp="1"/>
          </p:cNvSpPr>
          <p:nvPr>
            <p:ph type="title"/>
          </p:nvPr>
        </p:nvSpPr>
        <p:spPr>
          <a:xfrm>
            <a:off x="407988" y="152401"/>
            <a:ext cx="11376025" cy="723900"/>
          </a:xfrm>
          <a:ln>
            <a:noFill/>
          </a:ln>
        </p:spPr>
        <p:txBody>
          <a:bodyPr>
            <a:normAutofit/>
          </a:bodyPr>
          <a:lstStyle/>
          <a:p>
            <a:r>
              <a:rPr lang="en-CA" sz="4000" dirty="0"/>
              <a:t>Introduction (slide 2)</a:t>
            </a:r>
            <a:endParaRPr lang="en-DK" sz="4000" dirty="0"/>
          </a:p>
        </p:txBody>
      </p:sp>
      <p:sp>
        <p:nvSpPr>
          <p:cNvPr id="12" name="Text Placeholder 11">
            <a:extLst>
              <a:ext uri="{FF2B5EF4-FFF2-40B4-BE49-F238E27FC236}">
                <a16:creationId xmlns:a16="http://schemas.microsoft.com/office/drawing/2014/main" id="{D41FD38F-A41E-88B6-6960-3CFB209A68EF}"/>
              </a:ext>
            </a:extLst>
          </p:cNvPr>
          <p:cNvSpPr>
            <a:spLocks noGrp="1"/>
          </p:cNvSpPr>
          <p:nvPr>
            <p:ph type="body" sz="quarter" idx="19"/>
          </p:nvPr>
        </p:nvSpPr>
        <p:spPr>
          <a:xfrm>
            <a:off x="407988" y="952500"/>
            <a:ext cx="11376025" cy="5629275"/>
          </a:xfrm>
          <a:ln>
            <a:noFill/>
          </a:ln>
        </p:spPr>
        <p:txBody>
          <a:bodyPr>
            <a:noAutofit/>
          </a:bodyPr>
          <a:lstStyle/>
          <a:p>
            <a:endParaRPr lang="en-US" sz="2800" dirty="0"/>
          </a:p>
          <a:p>
            <a:r>
              <a:rPr lang="en-US" sz="2800" dirty="0"/>
              <a:t>Parts of this talk:</a:t>
            </a:r>
          </a:p>
          <a:p>
            <a:pPr lvl="1"/>
            <a:r>
              <a:rPr lang="en-US" sz="2800" dirty="0"/>
              <a:t>The dataset</a:t>
            </a:r>
          </a:p>
          <a:p>
            <a:pPr lvl="1"/>
            <a:r>
              <a:rPr lang="en-US" sz="2800" dirty="0"/>
              <a:t>The top 5 mistakes, and how to fix them</a:t>
            </a:r>
          </a:p>
          <a:p>
            <a:pPr lvl="2"/>
            <a:r>
              <a:rPr lang="en-US" sz="2800" dirty="0"/>
              <a:t>Affects: screen reader users, users with low vision, voice access AT users.</a:t>
            </a:r>
          </a:p>
          <a:p>
            <a:pPr lvl="2"/>
            <a:r>
              <a:rPr lang="en-US" sz="2800" dirty="0"/>
              <a:t>User impact: high.</a:t>
            </a:r>
          </a:p>
          <a:p>
            <a:pPr lvl="2"/>
            <a:r>
              <a:rPr lang="en-US" sz="2800" dirty="0"/>
              <a:t>Fixes: easy.  One line.  </a:t>
            </a:r>
          </a:p>
          <a:p>
            <a:pPr lvl="1"/>
            <a:r>
              <a:rPr lang="en-US" sz="2800" dirty="0"/>
              <a:t>Conclusion: one meta-strategy.</a:t>
            </a:r>
          </a:p>
          <a:p>
            <a:pPr lvl="1"/>
            <a:r>
              <a:rPr lang="en-US" sz="2800" dirty="0"/>
              <a:t>Questions: any time.</a:t>
            </a:r>
          </a:p>
        </p:txBody>
      </p:sp>
    </p:spTree>
    <p:extLst>
      <p:ext uri="{BB962C8B-B14F-4D97-AF65-F5344CB8AC3E}">
        <p14:creationId xmlns:p14="http://schemas.microsoft.com/office/powerpoint/2010/main" val="33603809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250"/>
                                        <p:tgtEl>
                                          <p:spTgt spid="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25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animEffect transition="in" filter="fade">
                                      <p:cBhvr>
                                        <p:cTn id="17" dur="250"/>
                                        <p:tgtEl>
                                          <p:spTgt spid="1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4" end="4"/>
                                            </p:txEl>
                                          </p:spTgt>
                                        </p:tgtEl>
                                        <p:attrNameLst>
                                          <p:attrName>style.visibility</p:attrName>
                                        </p:attrNameLst>
                                      </p:cBhvr>
                                      <p:to>
                                        <p:strVal val="visible"/>
                                      </p:to>
                                    </p:set>
                                    <p:animEffect transition="in" filter="fade">
                                      <p:cBhvr>
                                        <p:cTn id="22" dur="250"/>
                                        <p:tgtEl>
                                          <p:spTgt spid="1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animEffect transition="in" filter="fade">
                                      <p:cBhvr>
                                        <p:cTn id="27" dur="250"/>
                                        <p:tgtEl>
                                          <p:spTgt spid="1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xEl>
                                              <p:pRg st="6" end="6"/>
                                            </p:txEl>
                                          </p:spTgt>
                                        </p:tgtEl>
                                        <p:attrNameLst>
                                          <p:attrName>style.visibility</p:attrName>
                                        </p:attrNameLst>
                                      </p:cBhvr>
                                      <p:to>
                                        <p:strVal val="visible"/>
                                      </p:to>
                                    </p:set>
                                    <p:animEffect transition="in" filter="fade">
                                      <p:cBhvr>
                                        <p:cTn id="32" dur="250"/>
                                        <p:tgtEl>
                                          <p:spTgt spid="1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xEl>
                                              <p:pRg st="7" end="7"/>
                                            </p:txEl>
                                          </p:spTgt>
                                        </p:tgtEl>
                                        <p:attrNameLst>
                                          <p:attrName>style.visibility</p:attrName>
                                        </p:attrNameLst>
                                      </p:cBhvr>
                                      <p:to>
                                        <p:strVal val="visible"/>
                                      </p:to>
                                    </p:set>
                                    <p:animEffect transition="in" filter="fade">
                                      <p:cBhvr>
                                        <p:cTn id="37" dur="250"/>
                                        <p:tgtEl>
                                          <p:spTgt spid="12">
                                            <p:txEl>
                                              <p:pRg st="7" end="7"/>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xEl>
                                              <p:pRg st="8" end="8"/>
                                            </p:txEl>
                                          </p:spTgt>
                                        </p:tgtEl>
                                        <p:attrNameLst>
                                          <p:attrName>style.visibility</p:attrName>
                                        </p:attrNameLst>
                                      </p:cBhvr>
                                      <p:to>
                                        <p:strVal val="visible"/>
                                      </p:to>
                                    </p:set>
                                    <p:animEffect transition="in" filter="fade">
                                      <p:cBhvr>
                                        <p:cTn id="40" dur="250"/>
                                        <p:tgtEl>
                                          <p:spTgt spid="1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31DBD-E9F0-3317-F065-C1FE187F0E3E}"/>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B970DB0B-6258-29F2-686C-585B5BBABE6A}"/>
              </a:ext>
            </a:extLst>
          </p:cNvPr>
          <p:cNvSpPr>
            <a:spLocks noGrp="1"/>
          </p:cNvSpPr>
          <p:nvPr>
            <p:ph type="title"/>
          </p:nvPr>
        </p:nvSpPr>
        <p:spPr>
          <a:xfrm>
            <a:off x="407988" y="152401"/>
            <a:ext cx="11376025" cy="723900"/>
          </a:xfrm>
          <a:ln>
            <a:noFill/>
          </a:ln>
        </p:spPr>
        <p:txBody>
          <a:bodyPr>
            <a:normAutofit/>
          </a:bodyPr>
          <a:lstStyle/>
          <a:p>
            <a:r>
              <a:rPr lang="en-CA" sz="4000" dirty="0"/>
              <a:t>Introduction (slide 3)</a:t>
            </a:r>
            <a:endParaRPr lang="en-DK" sz="4000" dirty="0"/>
          </a:p>
        </p:txBody>
      </p:sp>
      <p:sp>
        <p:nvSpPr>
          <p:cNvPr id="12" name="Text Placeholder 11">
            <a:extLst>
              <a:ext uri="{FF2B5EF4-FFF2-40B4-BE49-F238E27FC236}">
                <a16:creationId xmlns:a16="http://schemas.microsoft.com/office/drawing/2014/main" id="{82160350-C49B-66A2-DF58-B8662D4A6F72}"/>
              </a:ext>
            </a:extLst>
          </p:cNvPr>
          <p:cNvSpPr>
            <a:spLocks noGrp="1"/>
          </p:cNvSpPr>
          <p:nvPr>
            <p:ph type="body" sz="quarter" idx="19"/>
          </p:nvPr>
        </p:nvSpPr>
        <p:spPr>
          <a:xfrm>
            <a:off x="407988" y="952500"/>
            <a:ext cx="11376025" cy="5629275"/>
          </a:xfrm>
          <a:ln>
            <a:noFill/>
          </a:ln>
        </p:spPr>
        <p:txBody>
          <a:bodyPr>
            <a:noAutofit/>
          </a:bodyPr>
          <a:lstStyle/>
          <a:p>
            <a:endParaRPr lang="en-US" sz="2800" dirty="0"/>
          </a:p>
          <a:p>
            <a:r>
              <a:rPr lang="en-US" sz="2800" dirty="0"/>
              <a:t>Knowledge level: Not quite beginner: HTML, CSS, WCAG, “accessible name”. </a:t>
            </a:r>
          </a:p>
          <a:p>
            <a:pPr lvl="2"/>
            <a:endParaRPr lang="en-US" sz="2800" dirty="0"/>
          </a:p>
          <a:p>
            <a:pPr lvl="2"/>
            <a:endParaRPr lang="en-US" sz="2800" dirty="0"/>
          </a:p>
        </p:txBody>
      </p:sp>
    </p:spTree>
    <p:extLst>
      <p:ext uri="{BB962C8B-B14F-4D97-AF65-F5344CB8AC3E}">
        <p14:creationId xmlns:p14="http://schemas.microsoft.com/office/powerpoint/2010/main" val="7596723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25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F061C-1524-75D6-0E91-9CB91583A39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DFA9CCA-81CF-9F53-29A1-F5977A56CD9A}"/>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Blank slide</a:t>
            </a:r>
          </a:p>
        </p:txBody>
      </p:sp>
    </p:spTree>
    <p:extLst>
      <p:ext uri="{BB962C8B-B14F-4D97-AF65-F5344CB8AC3E}">
        <p14:creationId xmlns:p14="http://schemas.microsoft.com/office/powerpoint/2010/main" val="24274093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49993-3A50-5A3F-B430-365378C9D10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9EEE620-1E4D-CC31-1722-80D96BADE759}"/>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Joke Sloth</a:t>
            </a:r>
          </a:p>
        </p:txBody>
      </p:sp>
      <p:pic>
        <p:nvPicPr>
          <p:cNvPr id="3" name="Picture 2" descr="A sloth on a green railing">
            <a:extLst>
              <a:ext uri="{FF2B5EF4-FFF2-40B4-BE49-F238E27FC236}">
                <a16:creationId xmlns:a16="http://schemas.microsoft.com/office/drawing/2014/main" id="{F3C0AF2E-C61E-D15A-5AB8-4C2FCB5FEE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935" y="449309"/>
            <a:ext cx="4058265" cy="6087398"/>
          </a:xfrm>
          <a:prstGeom prst="rect">
            <a:avLst/>
          </a:prstGeom>
        </p:spPr>
      </p:pic>
      <p:sp>
        <p:nvSpPr>
          <p:cNvPr id="4" name="TextBox 3">
            <a:extLst>
              <a:ext uri="{FF2B5EF4-FFF2-40B4-BE49-F238E27FC236}">
                <a16:creationId xmlns:a16="http://schemas.microsoft.com/office/drawing/2014/main" id="{0AD66D9C-5A31-6E49-9D11-5BE8F078CC73}"/>
              </a:ext>
            </a:extLst>
          </p:cNvPr>
          <p:cNvSpPr txBox="1"/>
          <p:nvPr/>
        </p:nvSpPr>
        <p:spPr>
          <a:xfrm>
            <a:off x="5553870" y="592648"/>
            <a:ext cx="5771536" cy="4536819"/>
          </a:xfrm>
          <a:prstGeom prst="rect">
            <a:avLst/>
          </a:prstGeom>
        </p:spPr>
        <p:txBody>
          <a:bodyPr wrap="square" lIns="91440" tIns="45720" rIns="91440" bIns="45720" rtlCol="0" anchor="t">
            <a:spAutoFit/>
          </a:bodyPr>
          <a:lstStyle/>
          <a:p>
            <a:pPr marL="342900" indent="-342900">
              <a:lnSpc>
                <a:spcPct val="150000"/>
              </a:lnSpc>
              <a:buFont typeface="Arial" panose="020B0604020202020204" pitchFamily="34" charset="0"/>
              <a:buChar char="•"/>
            </a:pPr>
            <a:r>
              <a:rPr lang="en-CA" sz="2800" dirty="0">
                <a:latin typeface="+mj-lt"/>
              </a:rPr>
              <a:t>“These slides are </a:t>
            </a:r>
            <a:r>
              <a:rPr lang="en-CA" sz="2800" dirty="0" err="1">
                <a:latin typeface="+mj-lt"/>
              </a:rPr>
              <a:t>waaaaaay</a:t>
            </a:r>
            <a:r>
              <a:rPr lang="en-CA" sz="2800" dirty="0">
                <a:latin typeface="+mj-lt"/>
              </a:rPr>
              <a:t> too </a:t>
            </a:r>
            <a:r>
              <a:rPr lang="en-CA" sz="2800" b="1" dirty="0">
                <a:latin typeface="+mj-lt"/>
              </a:rPr>
              <a:t>text-heavy</a:t>
            </a:r>
            <a:r>
              <a:rPr lang="en-CA" sz="2800" dirty="0">
                <a:latin typeface="+mj-lt"/>
              </a:rPr>
              <a:t>.”</a:t>
            </a:r>
          </a:p>
          <a:p>
            <a:pPr marL="342900" indent="-342900">
              <a:lnSpc>
                <a:spcPct val="150000"/>
              </a:lnSpc>
              <a:buFont typeface="Arial" panose="020B0604020202020204" pitchFamily="34" charset="0"/>
              <a:buChar char="•"/>
            </a:pPr>
            <a:r>
              <a:rPr lang="en-CA" sz="2800" dirty="0">
                <a:latin typeface="+mj-lt"/>
              </a:rPr>
              <a:t>“Add some color.”</a:t>
            </a:r>
          </a:p>
          <a:p>
            <a:pPr marL="342900" indent="-342900">
              <a:lnSpc>
                <a:spcPct val="150000"/>
              </a:lnSpc>
              <a:buFont typeface="Arial" panose="020B0604020202020204" pitchFamily="34" charset="0"/>
              <a:buChar char="•"/>
            </a:pPr>
            <a:r>
              <a:rPr lang="en-CA" sz="2800" dirty="0">
                <a:latin typeface="+mj-lt"/>
              </a:rPr>
              <a:t>“… or bold.”</a:t>
            </a:r>
          </a:p>
          <a:p>
            <a:pPr marL="342900" indent="-342900">
              <a:lnSpc>
                <a:spcPct val="150000"/>
              </a:lnSpc>
              <a:buFont typeface="Arial" panose="020B0604020202020204" pitchFamily="34" charset="0"/>
              <a:buChar char="•"/>
            </a:pPr>
            <a:r>
              <a:rPr lang="en-CA" sz="2800" dirty="0">
                <a:latin typeface="+mj-lt"/>
              </a:rPr>
              <a:t>“… or ANYTHING!”</a:t>
            </a:r>
          </a:p>
          <a:p>
            <a:pPr marL="342900" indent="-342900">
              <a:lnSpc>
                <a:spcPct val="150000"/>
              </a:lnSpc>
              <a:buFont typeface="Arial" panose="020B0604020202020204" pitchFamily="34" charset="0"/>
              <a:buChar char="•"/>
            </a:pPr>
            <a:r>
              <a:rPr lang="en-CA" sz="2800" dirty="0">
                <a:latin typeface="+mj-lt"/>
              </a:rPr>
              <a:t>“Add a sloth.”</a:t>
            </a:r>
          </a:p>
          <a:p>
            <a:pPr>
              <a:lnSpc>
                <a:spcPct val="150000"/>
              </a:lnSpc>
            </a:pPr>
            <a:endParaRPr lang="en-CA" sz="2800" dirty="0">
              <a:latin typeface="+mj-lt"/>
            </a:endParaRPr>
          </a:p>
        </p:txBody>
      </p:sp>
    </p:spTree>
    <p:extLst>
      <p:ext uri="{BB962C8B-B14F-4D97-AF65-F5344CB8AC3E}">
        <p14:creationId xmlns:p14="http://schemas.microsoft.com/office/powerpoint/2010/main" val="41530052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249"/>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24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249"/>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249"/>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249"/>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249"/>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249"/>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AC831-2ED6-DA39-5DF0-83AEE337C31D}"/>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FA05FB4F-667E-0C81-9EAD-1350AAFDEA77}"/>
              </a:ext>
            </a:extLst>
          </p:cNvPr>
          <p:cNvSpPr>
            <a:spLocks noGrp="1"/>
          </p:cNvSpPr>
          <p:nvPr>
            <p:ph type="title"/>
          </p:nvPr>
        </p:nvSpPr>
        <p:spPr>
          <a:xfrm>
            <a:off x="407988" y="152401"/>
            <a:ext cx="11376025" cy="723900"/>
          </a:xfrm>
          <a:ln>
            <a:noFill/>
          </a:ln>
        </p:spPr>
        <p:txBody>
          <a:bodyPr>
            <a:normAutofit/>
          </a:bodyPr>
          <a:lstStyle/>
          <a:p>
            <a:r>
              <a:rPr lang="en-CA" sz="4000" dirty="0"/>
              <a:t>The Dataset &gt; The Workflow</a:t>
            </a:r>
            <a:endParaRPr lang="en-DK" sz="4000" dirty="0"/>
          </a:p>
        </p:txBody>
      </p:sp>
      <p:sp>
        <p:nvSpPr>
          <p:cNvPr id="12" name="Text Placeholder 11">
            <a:extLst>
              <a:ext uri="{FF2B5EF4-FFF2-40B4-BE49-F238E27FC236}">
                <a16:creationId xmlns:a16="http://schemas.microsoft.com/office/drawing/2014/main" id="{1394A020-AF7D-91EC-A08A-54897CEBB51D}"/>
              </a:ext>
            </a:extLst>
          </p:cNvPr>
          <p:cNvSpPr>
            <a:spLocks noGrp="1"/>
          </p:cNvSpPr>
          <p:nvPr>
            <p:ph type="body" sz="quarter" idx="19"/>
          </p:nvPr>
        </p:nvSpPr>
        <p:spPr>
          <a:xfrm>
            <a:off x="407988" y="876301"/>
            <a:ext cx="11376025" cy="5705474"/>
          </a:xfrm>
          <a:ln>
            <a:noFill/>
          </a:ln>
        </p:spPr>
        <p:txBody>
          <a:bodyPr>
            <a:noAutofit/>
          </a:bodyPr>
          <a:lstStyle/>
          <a:p>
            <a:pPr>
              <a:lnSpc>
                <a:spcPct val="200000"/>
              </a:lnSpc>
            </a:pPr>
            <a:r>
              <a:rPr lang="en-US" sz="2800" dirty="0"/>
              <a:t>Dashboard of automated accessibility checks </a:t>
            </a:r>
          </a:p>
          <a:p>
            <a:pPr marL="457200" lvl="1" indent="0">
              <a:lnSpc>
                <a:spcPct val="200000"/>
              </a:lnSpc>
              <a:buNone/>
            </a:pPr>
            <a:r>
              <a:rPr lang="en-US" sz="2800" dirty="0">
                <a:sym typeface="Wingdings" panose="05000000000000000000" pitchFamily="2" charset="2"/>
              </a:rPr>
              <a:t></a:t>
            </a:r>
            <a:r>
              <a:rPr lang="en-US" sz="2800" dirty="0"/>
              <a:t> Customer disagrees with automated check (element-specific) </a:t>
            </a:r>
          </a:p>
          <a:p>
            <a:pPr marL="457200" lvl="1" indent="0">
              <a:lnSpc>
                <a:spcPct val="200000"/>
              </a:lnSpc>
              <a:buNone/>
            </a:pPr>
            <a:r>
              <a:rPr lang="en-US" sz="2800" dirty="0">
                <a:sym typeface="Wingdings" panose="05000000000000000000" pitchFamily="2" charset="2"/>
              </a:rPr>
              <a:t></a:t>
            </a:r>
            <a:r>
              <a:rPr lang="en-US" sz="2800" dirty="0"/>
              <a:t> Support ticket </a:t>
            </a:r>
            <a:r>
              <a:rPr lang="en-US" sz="2800" dirty="0">
                <a:sym typeface="Wingdings" panose="05000000000000000000" pitchFamily="2" charset="2"/>
              </a:rPr>
              <a:t></a:t>
            </a:r>
            <a:r>
              <a:rPr lang="en-US" sz="2800" dirty="0"/>
              <a:t> Consultant decides: is automated check correct?</a:t>
            </a:r>
          </a:p>
          <a:p>
            <a:pPr lvl="1">
              <a:lnSpc>
                <a:spcPct val="200000"/>
              </a:lnSpc>
              <a:buFont typeface="Wingdings" panose="05000000000000000000" pitchFamily="2" charset="2"/>
              <a:buChar char="à"/>
            </a:pPr>
            <a:r>
              <a:rPr lang="en-US" sz="2800" i="1" dirty="0"/>
              <a:t> If yes: </a:t>
            </a:r>
            <a:r>
              <a:rPr lang="en-US" sz="2800" dirty="0">
                <a:sym typeface="Wingdings" panose="05000000000000000000" pitchFamily="2" charset="2"/>
              </a:rPr>
              <a:t> </a:t>
            </a:r>
            <a:r>
              <a:rPr lang="en-US" sz="2800" dirty="0"/>
              <a:t>Consultant chooses 1 of 600 response templates, or writes their own </a:t>
            </a:r>
          </a:p>
          <a:p>
            <a:pPr lvl="1">
              <a:lnSpc>
                <a:spcPct val="200000"/>
              </a:lnSpc>
              <a:buFont typeface="Wingdings" panose="05000000000000000000" pitchFamily="2" charset="2"/>
              <a:buChar char="à"/>
            </a:pPr>
            <a:r>
              <a:rPr lang="en-US" sz="2800" dirty="0">
                <a:sym typeface="Wingdings" panose="05000000000000000000" pitchFamily="2" charset="2"/>
              </a:rPr>
              <a:t> S</a:t>
            </a:r>
            <a:r>
              <a:rPr lang="en-US" sz="2800" dirty="0"/>
              <a:t>ends advice to customer </a:t>
            </a:r>
          </a:p>
          <a:p>
            <a:pPr>
              <a:lnSpc>
                <a:spcPct val="200000"/>
              </a:lnSpc>
            </a:pPr>
            <a:endParaRPr lang="en-US" sz="2800" dirty="0"/>
          </a:p>
        </p:txBody>
      </p:sp>
    </p:spTree>
    <p:extLst>
      <p:ext uri="{BB962C8B-B14F-4D97-AF65-F5344CB8AC3E}">
        <p14:creationId xmlns:p14="http://schemas.microsoft.com/office/powerpoint/2010/main" val="373940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249"/>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249"/>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249"/>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249"/>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B6FCA-0815-895C-6A7B-5BEA5C027DE0}"/>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B3A1B35E-C17E-3938-848E-5B62AE3B9650}"/>
              </a:ext>
            </a:extLst>
          </p:cNvPr>
          <p:cNvSpPr>
            <a:spLocks noGrp="1"/>
          </p:cNvSpPr>
          <p:nvPr>
            <p:ph type="title"/>
          </p:nvPr>
        </p:nvSpPr>
        <p:spPr>
          <a:xfrm>
            <a:off x="407988" y="152401"/>
            <a:ext cx="11376025" cy="723900"/>
          </a:xfrm>
          <a:ln>
            <a:noFill/>
          </a:ln>
        </p:spPr>
        <p:txBody>
          <a:bodyPr>
            <a:normAutofit/>
          </a:bodyPr>
          <a:lstStyle/>
          <a:p>
            <a:r>
              <a:rPr lang="en-CA" sz="4000" dirty="0"/>
              <a:t>The Dataset &gt; Scale</a:t>
            </a:r>
            <a:endParaRPr lang="en-DK" sz="4000" dirty="0"/>
          </a:p>
        </p:txBody>
      </p:sp>
      <p:sp>
        <p:nvSpPr>
          <p:cNvPr id="12" name="Text Placeholder 11">
            <a:extLst>
              <a:ext uri="{FF2B5EF4-FFF2-40B4-BE49-F238E27FC236}">
                <a16:creationId xmlns:a16="http://schemas.microsoft.com/office/drawing/2014/main" id="{116E8A65-0DFB-3C33-04C7-E34D9D5AF523}"/>
              </a:ext>
            </a:extLst>
          </p:cNvPr>
          <p:cNvSpPr>
            <a:spLocks noGrp="1"/>
          </p:cNvSpPr>
          <p:nvPr>
            <p:ph type="body" sz="quarter" idx="19"/>
          </p:nvPr>
        </p:nvSpPr>
        <p:spPr>
          <a:xfrm>
            <a:off x="407988" y="952500"/>
            <a:ext cx="11376025" cy="5629275"/>
          </a:xfrm>
          <a:ln>
            <a:noFill/>
          </a:ln>
        </p:spPr>
        <p:txBody>
          <a:bodyPr>
            <a:noAutofit/>
          </a:bodyPr>
          <a:lstStyle/>
          <a:p>
            <a:pPr>
              <a:lnSpc>
                <a:spcPct val="125000"/>
              </a:lnSpc>
            </a:pPr>
            <a:r>
              <a:rPr lang="en-US" sz="2800" dirty="0"/>
              <a:t>Repeat </a:t>
            </a:r>
            <a:r>
              <a:rPr lang="en-US" sz="2800" b="1" dirty="0"/>
              <a:t>48,159</a:t>
            </a:r>
            <a:r>
              <a:rPr lang="en-US" sz="2800" dirty="0"/>
              <a:t> times = “the dataset” </a:t>
            </a:r>
          </a:p>
          <a:p>
            <a:pPr>
              <a:lnSpc>
                <a:spcPct val="125000"/>
              </a:lnSpc>
            </a:pPr>
            <a:r>
              <a:rPr lang="en-US" sz="2800" dirty="0"/>
              <a:t>… across </a:t>
            </a:r>
            <a:r>
              <a:rPr lang="en-US" sz="2800" b="1" dirty="0"/>
              <a:t>4,094</a:t>
            </a:r>
            <a:r>
              <a:rPr lang="en-US" sz="2800" dirty="0"/>
              <a:t> customer websites </a:t>
            </a:r>
          </a:p>
          <a:p>
            <a:pPr>
              <a:lnSpc>
                <a:spcPct val="125000"/>
              </a:lnSpc>
            </a:pPr>
            <a:r>
              <a:rPr lang="en-US" sz="2800" dirty="0"/>
              <a:t>… from March 2023 to August 2026. </a:t>
            </a:r>
          </a:p>
          <a:p>
            <a:pPr>
              <a:lnSpc>
                <a:spcPct val="125000"/>
              </a:lnSpc>
            </a:pPr>
            <a:r>
              <a:rPr lang="en-US" sz="2800" dirty="0"/>
              <a:t>Granular.  Sub-SC.</a:t>
            </a:r>
          </a:p>
          <a:p>
            <a:pPr>
              <a:lnSpc>
                <a:spcPct val="125000"/>
              </a:lnSpc>
            </a:pPr>
            <a:r>
              <a:rPr lang="en-US" sz="2800" dirty="0"/>
              <a:t>Finding “top 5” tricky.  Edit, fill in the blanks.</a:t>
            </a:r>
          </a:p>
        </p:txBody>
      </p:sp>
    </p:spTree>
    <p:extLst>
      <p:ext uri="{BB962C8B-B14F-4D97-AF65-F5344CB8AC3E}">
        <p14:creationId xmlns:p14="http://schemas.microsoft.com/office/powerpoint/2010/main" val="14536351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5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25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25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fade">
                                      <p:cBhvr>
                                        <p:cTn id="22" dur="25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fade">
                                      <p:cBhvr>
                                        <p:cTn id="27" dur="25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55CAE-80F0-6DBA-DFE5-C46524EC4DD6}"/>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854A1BD3-442F-8220-7AF9-61563BE79A91}"/>
              </a:ext>
            </a:extLst>
          </p:cNvPr>
          <p:cNvSpPr>
            <a:spLocks noGrp="1"/>
          </p:cNvSpPr>
          <p:nvPr>
            <p:ph type="title"/>
          </p:nvPr>
        </p:nvSpPr>
        <p:spPr>
          <a:xfrm>
            <a:off x="407988" y="152401"/>
            <a:ext cx="11376025" cy="723900"/>
          </a:xfrm>
          <a:ln>
            <a:noFill/>
          </a:ln>
        </p:spPr>
        <p:txBody>
          <a:bodyPr>
            <a:normAutofit/>
          </a:bodyPr>
          <a:lstStyle/>
          <a:p>
            <a:r>
              <a:rPr lang="en-CA" sz="4000" dirty="0"/>
              <a:t>The Dataset &gt; Analyzing It </a:t>
            </a:r>
            <a:endParaRPr lang="en-DK" sz="4000" dirty="0"/>
          </a:p>
        </p:txBody>
      </p:sp>
      <p:sp>
        <p:nvSpPr>
          <p:cNvPr id="12" name="Text Placeholder 11">
            <a:extLst>
              <a:ext uri="{FF2B5EF4-FFF2-40B4-BE49-F238E27FC236}">
                <a16:creationId xmlns:a16="http://schemas.microsoft.com/office/drawing/2014/main" id="{6C228BE1-0C9A-2730-CDE1-6795F388F8F4}"/>
              </a:ext>
            </a:extLst>
          </p:cNvPr>
          <p:cNvSpPr>
            <a:spLocks noGrp="1"/>
          </p:cNvSpPr>
          <p:nvPr>
            <p:ph type="body" sz="quarter" idx="19"/>
          </p:nvPr>
        </p:nvSpPr>
        <p:spPr>
          <a:xfrm>
            <a:off x="407988" y="952500"/>
            <a:ext cx="11376025" cy="5629275"/>
          </a:xfrm>
          <a:ln>
            <a:noFill/>
          </a:ln>
        </p:spPr>
        <p:txBody>
          <a:bodyPr>
            <a:noAutofit/>
          </a:bodyPr>
          <a:lstStyle/>
          <a:p>
            <a:pPr>
              <a:lnSpc>
                <a:spcPct val="125000"/>
              </a:lnSpc>
            </a:pPr>
            <a:endParaRPr lang="en-CA" sz="2800" dirty="0"/>
          </a:p>
          <a:p>
            <a:pPr>
              <a:lnSpc>
                <a:spcPct val="125000"/>
              </a:lnSpc>
            </a:pPr>
            <a:r>
              <a:rPr lang="en-CA" sz="2800" dirty="0"/>
              <a:t>✨</a:t>
            </a:r>
            <a:r>
              <a:rPr lang="en-US" sz="2800" dirty="0"/>
              <a:t>AI</a:t>
            </a:r>
            <a:r>
              <a:rPr lang="en-CA" sz="2800" dirty="0"/>
              <a:t>✨</a:t>
            </a:r>
            <a:r>
              <a:rPr lang="en-US" sz="2800" dirty="0"/>
              <a:t> </a:t>
            </a:r>
          </a:p>
          <a:p>
            <a:pPr lvl="1">
              <a:lnSpc>
                <a:spcPct val="125000"/>
              </a:lnSpc>
            </a:pPr>
            <a:r>
              <a:rPr lang="en-US" sz="2800" dirty="0">
                <a:sym typeface="Wingdings" panose="05000000000000000000" pitchFamily="2" charset="2"/>
              </a:rPr>
              <a:t>AI “clustering”, not LLMs.</a:t>
            </a:r>
          </a:p>
          <a:p>
            <a:pPr lvl="1">
              <a:lnSpc>
                <a:spcPct val="125000"/>
              </a:lnSpc>
            </a:pPr>
            <a:r>
              <a:rPr lang="en-US" sz="2800" dirty="0">
                <a:sym typeface="Wingdings" panose="05000000000000000000" pitchFamily="2" charset="2"/>
              </a:rPr>
              <a:t> A </a:t>
            </a:r>
            <a:r>
              <a:rPr lang="en-US" sz="2800" i="1" dirty="0">
                <a:sym typeface="Wingdings" panose="05000000000000000000" pitchFamily="2" charset="2"/>
              </a:rPr>
              <a:t>rough </a:t>
            </a:r>
            <a:r>
              <a:rPr lang="en-US" sz="2800" dirty="0">
                <a:sym typeface="Wingdings" panose="05000000000000000000" pitchFamily="2" charset="2"/>
              </a:rPr>
              <a:t>t</a:t>
            </a:r>
            <a:r>
              <a:rPr lang="en-US" sz="2800" dirty="0"/>
              <a:t>op 30 </a:t>
            </a:r>
            <a:r>
              <a:rPr lang="en-US" sz="2800" dirty="0">
                <a:sym typeface="Wingdings" panose="05000000000000000000" pitchFamily="2" charset="2"/>
              </a:rPr>
              <a:t> H</a:t>
            </a:r>
            <a:r>
              <a:rPr lang="en-US" sz="2800" dirty="0"/>
              <a:t>and-picked </a:t>
            </a:r>
            <a:r>
              <a:rPr lang="en-US" sz="2800" dirty="0">
                <a:sym typeface="Wingdings" panose="05000000000000000000" pitchFamily="2" charset="2"/>
              </a:rPr>
              <a:t> </a:t>
            </a:r>
            <a:r>
              <a:rPr lang="en-US" sz="2800" i="1" dirty="0">
                <a:sym typeface="Wingdings" panose="05000000000000000000" pitchFamily="2" charset="2"/>
              </a:rPr>
              <a:t>My </a:t>
            </a:r>
            <a:r>
              <a:rPr lang="en-US" sz="2800" dirty="0">
                <a:sym typeface="Wingdings" panose="05000000000000000000" pitchFamily="2" charset="2"/>
              </a:rPr>
              <a:t>top 5</a:t>
            </a:r>
          </a:p>
          <a:p>
            <a:pPr lvl="1">
              <a:lnSpc>
                <a:spcPct val="125000"/>
              </a:lnSpc>
            </a:pPr>
            <a:r>
              <a:rPr lang="en-US" sz="2800" dirty="0"/>
              <a:t>High user impact, all WCAG, </a:t>
            </a:r>
            <a:r>
              <a:rPr lang="en-US" sz="2800" b="1" dirty="0"/>
              <a:t>under-documented</a:t>
            </a:r>
            <a:r>
              <a:rPr lang="en-US" sz="2800" dirty="0"/>
              <a:t>.</a:t>
            </a:r>
          </a:p>
        </p:txBody>
      </p:sp>
    </p:spTree>
    <p:extLst>
      <p:ext uri="{BB962C8B-B14F-4D97-AF65-F5344CB8AC3E}">
        <p14:creationId xmlns:p14="http://schemas.microsoft.com/office/powerpoint/2010/main" val="13544034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250"/>
                                        <p:tgtEl>
                                          <p:spTgt spid="12">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2" end="2"/>
                                            </p:txEl>
                                          </p:spTgt>
                                        </p:tgtEl>
                                        <p:attrNameLst>
                                          <p:attrName>style.visibility</p:attrName>
                                        </p:attrNameLst>
                                      </p:cBhvr>
                                      <p:to>
                                        <p:strVal val="visible"/>
                                      </p:to>
                                    </p:set>
                                    <p:animEffect transition="in" filter="fade">
                                      <p:cBhvr>
                                        <p:cTn id="10" dur="250"/>
                                        <p:tgtEl>
                                          <p:spTgt spid="1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animEffect transition="in" filter="fade">
                                      <p:cBhvr>
                                        <p:cTn id="15" dur="250"/>
                                        <p:tgtEl>
                                          <p:spTgt spid="1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xEl>
                                              <p:pRg st="4" end="4"/>
                                            </p:txEl>
                                          </p:spTgt>
                                        </p:tgtEl>
                                        <p:attrNameLst>
                                          <p:attrName>style.visibility</p:attrName>
                                        </p:attrNameLst>
                                      </p:cBhvr>
                                      <p:to>
                                        <p:strVal val="visible"/>
                                      </p:to>
                                    </p:set>
                                    <p:animEffect transition="in" filter="fade">
                                      <p:cBhvr>
                                        <p:cTn id="20" dur="25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9E8E4-443F-60B8-97D3-EC4DC0823F6D}"/>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C3B01B7D-39F7-4A58-DC20-713050468E42}"/>
              </a:ext>
            </a:extLst>
          </p:cNvPr>
          <p:cNvSpPr>
            <a:spLocks noGrp="1"/>
          </p:cNvSpPr>
          <p:nvPr>
            <p:ph type="title"/>
          </p:nvPr>
        </p:nvSpPr>
        <p:spPr>
          <a:xfrm>
            <a:off x="407988" y="152401"/>
            <a:ext cx="11376025" cy="723900"/>
          </a:xfrm>
          <a:ln>
            <a:noFill/>
          </a:ln>
        </p:spPr>
        <p:txBody>
          <a:bodyPr>
            <a:normAutofit fontScale="90000"/>
          </a:bodyPr>
          <a:lstStyle/>
          <a:p>
            <a:pPr>
              <a:lnSpc>
                <a:spcPct val="150000"/>
              </a:lnSpc>
            </a:pPr>
            <a:r>
              <a:rPr lang="en-US" sz="4000" dirty="0"/>
              <a:t>“Common Mistakes” As Documented Elsewhere</a:t>
            </a:r>
          </a:p>
        </p:txBody>
      </p:sp>
      <p:sp>
        <p:nvSpPr>
          <p:cNvPr id="12" name="Text Placeholder 11">
            <a:extLst>
              <a:ext uri="{FF2B5EF4-FFF2-40B4-BE49-F238E27FC236}">
                <a16:creationId xmlns:a16="http://schemas.microsoft.com/office/drawing/2014/main" id="{AED20B96-E720-966F-FF4A-4F419E8B33CA}"/>
              </a:ext>
            </a:extLst>
          </p:cNvPr>
          <p:cNvSpPr>
            <a:spLocks noGrp="1"/>
          </p:cNvSpPr>
          <p:nvPr>
            <p:ph type="body" sz="quarter" idx="19"/>
          </p:nvPr>
        </p:nvSpPr>
        <p:spPr>
          <a:xfrm>
            <a:off x="407988" y="952500"/>
            <a:ext cx="11376025" cy="5629275"/>
          </a:xfrm>
          <a:ln>
            <a:noFill/>
          </a:ln>
        </p:spPr>
        <p:txBody>
          <a:bodyPr>
            <a:noAutofit/>
          </a:bodyPr>
          <a:lstStyle/>
          <a:p>
            <a:pPr lvl="1">
              <a:lnSpc>
                <a:spcPct val="150000"/>
              </a:lnSpc>
            </a:pPr>
            <a:endParaRPr lang="en-US" sz="2800" dirty="0"/>
          </a:p>
          <a:p>
            <a:pPr>
              <a:lnSpc>
                <a:spcPct val="150000"/>
              </a:lnSpc>
            </a:pPr>
            <a:r>
              <a:rPr lang="en-US" sz="3000" dirty="0" err="1"/>
              <a:t>WebAIM</a:t>
            </a:r>
            <a:r>
              <a:rPr lang="en-US" sz="3000" dirty="0"/>
              <a:t> Million: 1 million pages.  Web Almanac: 34 million pages.  </a:t>
            </a:r>
          </a:p>
          <a:p>
            <a:pPr>
              <a:lnSpc>
                <a:spcPct val="150000"/>
              </a:lnSpc>
            </a:pPr>
            <a:r>
              <a:rPr lang="en-US" sz="3000" dirty="0"/>
              <a:t>Many blog posts.</a:t>
            </a:r>
          </a:p>
        </p:txBody>
      </p:sp>
    </p:spTree>
    <p:extLst>
      <p:ext uri="{BB962C8B-B14F-4D97-AF65-F5344CB8AC3E}">
        <p14:creationId xmlns:p14="http://schemas.microsoft.com/office/powerpoint/2010/main" val="3904629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250"/>
                                        <p:tgtEl>
                                          <p:spTgt spid="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25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B8259-F417-1A27-00A8-D5D818C866D5}"/>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761C87C9-AD75-D075-83E1-C42FF23B4561}"/>
              </a:ext>
            </a:extLst>
          </p:cNvPr>
          <p:cNvSpPr>
            <a:spLocks noGrp="1"/>
          </p:cNvSpPr>
          <p:nvPr>
            <p:ph type="title"/>
          </p:nvPr>
        </p:nvSpPr>
        <p:spPr>
          <a:xfrm>
            <a:off x="407988" y="152401"/>
            <a:ext cx="11376025" cy="723900"/>
          </a:xfrm>
          <a:ln>
            <a:noFill/>
          </a:ln>
        </p:spPr>
        <p:txBody>
          <a:bodyPr>
            <a:normAutofit/>
          </a:bodyPr>
          <a:lstStyle/>
          <a:p>
            <a:r>
              <a:rPr lang="en-CA" sz="4000" dirty="0"/>
              <a:t>Why This Talk?</a:t>
            </a:r>
            <a:endParaRPr lang="en-DK" sz="4000" dirty="0"/>
          </a:p>
        </p:txBody>
      </p:sp>
      <p:sp>
        <p:nvSpPr>
          <p:cNvPr id="12" name="Text Placeholder 11">
            <a:extLst>
              <a:ext uri="{FF2B5EF4-FFF2-40B4-BE49-F238E27FC236}">
                <a16:creationId xmlns:a16="http://schemas.microsoft.com/office/drawing/2014/main" id="{49606CAE-4D6A-6E8C-0373-A371FC920119}"/>
              </a:ext>
            </a:extLst>
          </p:cNvPr>
          <p:cNvSpPr>
            <a:spLocks noGrp="1"/>
          </p:cNvSpPr>
          <p:nvPr>
            <p:ph type="body" sz="quarter" idx="19"/>
          </p:nvPr>
        </p:nvSpPr>
        <p:spPr>
          <a:xfrm>
            <a:off x="407988" y="952500"/>
            <a:ext cx="11376025" cy="5629275"/>
          </a:xfrm>
          <a:ln>
            <a:noFill/>
          </a:ln>
        </p:spPr>
        <p:txBody>
          <a:bodyPr>
            <a:noAutofit/>
          </a:bodyPr>
          <a:lstStyle/>
          <a:p>
            <a:pPr marL="914400" lvl="1" indent="-457200">
              <a:lnSpc>
                <a:spcPct val="150000"/>
              </a:lnSpc>
              <a:buFont typeface="+mj-lt"/>
              <a:buAutoNum type="arabicPeriod"/>
            </a:pPr>
            <a:r>
              <a:rPr lang="en-US" sz="2800" dirty="0" err="1"/>
              <a:t>Siteimprove’s</a:t>
            </a:r>
            <a:r>
              <a:rPr lang="en-US" sz="2800" dirty="0"/>
              <a:t> slightly different rule set.</a:t>
            </a:r>
          </a:p>
          <a:p>
            <a:pPr marL="914400" lvl="1" indent="-457200">
              <a:lnSpc>
                <a:spcPct val="150000"/>
              </a:lnSpc>
              <a:buFont typeface="+mj-lt"/>
              <a:buAutoNum type="arabicPeriod"/>
            </a:pPr>
            <a:r>
              <a:rPr lang="en-US" sz="2800" dirty="0"/>
              <a:t>More “honest mistakes” than pure neglect.</a:t>
            </a:r>
          </a:p>
          <a:p>
            <a:pPr marL="914400" lvl="1" indent="-457200">
              <a:lnSpc>
                <a:spcPct val="150000"/>
              </a:lnSpc>
              <a:buFont typeface="+mj-lt"/>
              <a:buAutoNum type="arabicPeriod"/>
            </a:pPr>
            <a:r>
              <a:rPr lang="en-US" sz="2800" dirty="0"/>
              <a:t>Our consultants’ human judgement on</a:t>
            </a:r>
          </a:p>
          <a:p>
            <a:pPr marL="1803400" lvl="3" indent="-457200">
              <a:lnSpc>
                <a:spcPct val="150000"/>
              </a:lnSpc>
              <a:buFont typeface="+mj-lt"/>
              <a:buAutoNum type="arabicPeriod"/>
            </a:pPr>
            <a:r>
              <a:rPr lang="en-US" sz="2800" dirty="0"/>
              <a:t>the root of the problem, and </a:t>
            </a:r>
          </a:p>
          <a:p>
            <a:pPr marL="1803400" lvl="3" indent="-457200">
              <a:lnSpc>
                <a:spcPct val="150000"/>
              </a:lnSpc>
              <a:buFont typeface="+mj-lt"/>
              <a:buAutoNum type="arabicPeriod"/>
            </a:pPr>
            <a:r>
              <a:rPr lang="en-US" sz="2800" dirty="0"/>
              <a:t>the appropriate fix. </a:t>
            </a:r>
          </a:p>
          <a:p>
            <a:pPr marL="482600" lvl="1" indent="0">
              <a:lnSpc>
                <a:spcPct val="150000"/>
              </a:lnSpc>
              <a:buNone/>
            </a:pPr>
            <a:r>
              <a:rPr lang="en-US" sz="2800" dirty="0">
                <a:sym typeface="Wingdings" panose="05000000000000000000" pitchFamily="2" charset="2"/>
              </a:rPr>
              <a:t>	 No longer about “fully-automated” accessibility testing.</a:t>
            </a:r>
          </a:p>
          <a:p>
            <a:pPr marL="457200" lvl="1" indent="0">
              <a:lnSpc>
                <a:spcPct val="150000"/>
              </a:lnSpc>
              <a:buNone/>
            </a:pPr>
            <a:r>
              <a:rPr lang="en-US" sz="2800" dirty="0">
                <a:sym typeface="Wingdings" panose="05000000000000000000" pitchFamily="2" charset="2"/>
              </a:rPr>
              <a:t>4. </a:t>
            </a:r>
            <a:r>
              <a:rPr lang="en-US" sz="2800" i="1" dirty="0">
                <a:sym typeface="Wingdings" panose="05000000000000000000" pitchFamily="2" charset="2"/>
              </a:rPr>
              <a:t>Under-documented</a:t>
            </a:r>
            <a:r>
              <a:rPr lang="en-US" sz="2800" dirty="0">
                <a:sym typeface="Wingdings" panose="05000000000000000000" pitchFamily="2" charset="2"/>
              </a:rPr>
              <a:t> mistakes.</a:t>
            </a:r>
            <a:endParaRPr lang="en-US" sz="2800" dirty="0"/>
          </a:p>
          <a:p>
            <a:pPr>
              <a:lnSpc>
                <a:spcPct val="150000"/>
              </a:lnSpc>
            </a:pPr>
            <a:endParaRPr lang="en-US" sz="2800" dirty="0"/>
          </a:p>
        </p:txBody>
      </p:sp>
    </p:spTree>
    <p:extLst>
      <p:ext uri="{BB962C8B-B14F-4D97-AF65-F5344CB8AC3E}">
        <p14:creationId xmlns:p14="http://schemas.microsoft.com/office/powerpoint/2010/main" val="35111889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5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25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250"/>
                                        <p:tgtEl>
                                          <p:spTgt spid="12">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xEl>
                                              <p:pRg st="3" end="3"/>
                                            </p:txEl>
                                          </p:spTgt>
                                        </p:tgtEl>
                                        <p:attrNameLst>
                                          <p:attrName>style.visibility</p:attrName>
                                        </p:attrNameLst>
                                      </p:cBhvr>
                                      <p:to>
                                        <p:strVal val="visible"/>
                                      </p:to>
                                    </p:set>
                                    <p:animEffect transition="in" filter="fade">
                                      <p:cBhvr>
                                        <p:cTn id="20" dur="250"/>
                                        <p:tgtEl>
                                          <p:spTgt spid="12">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animEffect transition="in" filter="fade">
                                      <p:cBhvr>
                                        <p:cTn id="23" dur="250"/>
                                        <p:tgtEl>
                                          <p:spTgt spid="12">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xEl>
                                              <p:pRg st="5" end="5"/>
                                            </p:txEl>
                                          </p:spTgt>
                                        </p:tgtEl>
                                        <p:attrNameLst>
                                          <p:attrName>style.visibility</p:attrName>
                                        </p:attrNameLst>
                                      </p:cBhvr>
                                      <p:to>
                                        <p:strVal val="visible"/>
                                      </p:to>
                                    </p:set>
                                    <p:animEffect transition="in" filter="fade">
                                      <p:cBhvr>
                                        <p:cTn id="26" dur="250"/>
                                        <p:tgtEl>
                                          <p:spTgt spid="12">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animEffect transition="in" filter="fade">
                                      <p:cBhvr>
                                        <p:cTn id="31" dur="25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556E8-EF90-5C77-EAAF-84D53CEDCD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0C770-8D67-9BB8-875B-AED4AA241C68}"/>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Blank slide 1</a:t>
            </a:r>
          </a:p>
        </p:txBody>
      </p:sp>
    </p:spTree>
    <p:extLst>
      <p:ext uri="{BB962C8B-B14F-4D97-AF65-F5344CB8AC3E}">
        <p14:creationId xmlns:p14="http://schemas.microsoft.com/office/powerpoint/2010/main" val="42167862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902BF-6264-2F84-4FEC-60C182E61FBD}"/>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116B7D68-8B3F-6717-60F7-5962128C2011}"/>
              </a:ext>
            </a:extLst>
          </p:cNvPr>
          <p:cNvSpPr>
            <a:spLocks noGrp="1"/>
          </p:cNvSpPr>
          <p:nvPr>
            <p:ph type="title"/>
          </p:nvPr>
        </p:nvSpPr>
        <p:spPr>
          <a:xfrm>
            <a:off x="407988" y="152401"/>
            <a:ext cx="11376025" cy="723900"/>
          </a:xfrm>
          <a:ln>
            <a:noFill/>
          </a:ln>
        </p:spPr>
        <p:txBody>
          <a:bodyPr>
            <a:normAutofit/>
          </a:bodyPr>
          <a:lstStyle/>
          <a:p>
            <a:r>
              <a:rPr lang="en-CA" sz="4000" dirty="0"/>
              <a:t>Mistake 1 of 5: Leftover Link</a:t>
            </a:r>
            <a:endParaRPr lang="en-DK" sz="4000" dirty="0"/>
          </a:p>
        </p:txBody>
      </p:sp>
      <p:sp>
        <p:nvSpPr>
          <p:cNvPr id="3" name="Text Placeholder 2">
            <a:extLst>
              <a:ext uri="{FF2B5EF4-FFF2-40B4-BE49-F238E27FC236}">
                <a16:creationId xmlns:a16="http://schemas.microsoft.com/office/drawing/2014/main" id="{4D2CD5BF-3438-4A69-1959-4CA406D173E7}"/>
              </a:ext>
            </a:extLst>
          </p:cNvPr>
          <p:cNvSpPr>
            <a:spLocks noGrp="1"/>
          </p:cNvSpPr>
          <p:nvPr>
            <p:ph type="body" sz="quarter" idx="19"/>
          </p:nvPr>
        </p:nvSpPr>
        <p:spPr/>
        <p:txBody>
          <a:bodyPr/>
          <a:lstStyle/>
          <a:p>
            <a:endParaRPr lang="en-CA"/>
          </a:p>
        </p:txBody>
      </p:sp>
    </p:spTree>
    <p:extLst>
      <p:ext uri="{BB962C8B-B14F-4D97-AF65-F5344CB8AC3E}">
        <p14:creationId xmlns:p14="http://schemas.microsoft.com/office/powerpoint/2010/main" val="14454221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C9EF4-449A-50B6-ED35-79F7886A0A42}"/>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933257F2-7795-220D-01E9-C773AA51B418}"/>
              </a:ext>
            </a:extLst>
          </p:cNvPr>
          <p:cNvSpPr>
            <a:spLocks noGrp="1"/>
          </p:cNvSpPr>
          <p:nvPr>
            <p:ph type="title"/>
          </p:nvPr>
        </p:nvSpPr>
        <p:spPr>
          <a:xfrm>
            <a:off x="407988" y="152401"/>
            <a:ext cx="11376025" cy="723900"/>
          </a:xfrm>
          <a:ln>
            <a:noFill/>
          </a:ln>
        </p:spPr>
        <p:txBody>
          <a:bodyPr>
            <a:normAutofit/>
          </a:bodyPr>
          <a:lstStyle/>
          <a:p>
            <a:r>
              <a:rPr lang="en-CA" sz="4000" dirty="0"/>
              <a:t>Leftover Link &gt; In The Dataset</a:t>
            </a:r>
            <a:endParaRPr lang="en-DK" sz="4000" dirty="0"/>
          </a:p>
        </p:txBody>
      </p:sp>
      <p:sp>
        <p:nvSpPr>
          <p:cNvPr id="12" name="Text Placeholder 11">
            <a:extLst>
              <a:ext uri="{FF2B5EF4-FFF2-40B4-BE49-F238E27FC236}">
                <a16:creationId xmlns:a16="http://schemas.microsoft.com/office/drawing/2014/main" id="{CB0D86AE-1C21-84B2-2DE3-7C274EC423D4}"/>
              </a:ext>
            </a:extLst>
          </p:cNvPr>
          <p:cNvSpPr>
            <a:spLocks noGrp="1"/>
          </p:cNvSpPr>
          <p:nvPr>
            <p:ph type="body" sz="quarter" idx="19"/>
          </p:nvPr>
        </p:nvSpPr>
        <p:spPr>
          <a:xfrm>
            <a:off x="407988" y="952500"/>
            <a:ext cx="11376025" cy="5629275"/>
          </a:xfrm>
          <a:ln>
            <a:noFill/>
          </a:ln>
        </p:spPr>
        <p:txBody>
          <a:bodyPr>
            <a:noAutofit/>
          </a:bodyPr>
          <a:lstStyle/>
          <a:p>
            <a:pPr marL="0" indent="0">
              <a:lnSpc>
                <a:spcPct val="114000"/>
              </a:lnSpc>
              <a:buNone/>
            </a:pPr>
            <a:endParaRPr lang="en-US" sz="2800" b="1" dirty="0"/>
          </a:p>
          <a:p>
            <a:pPr marL="0" indent="0">
              <a:lnSpc>
                <a:spcPct val="114000"/>
              </a:lnSpc>
              <a:buNone/>
            </a:pPr>
            <a:r>
              <a:rPr lang="en-US" sz="2800" b="1" dirty="0"/>
              <a:t>Automated check said</a:t>
            </a:r>
            <a:r>
              <a:rPr lang="en-US" sz="2800" dirty="0"/>
              <a:t>: </a:t>
            </a:r>
          </a:p>
          <a:p>
            <a:pPr marL="0" indent="0">
              <a:lnSpc>
                <a:spcPct val="114000"/>
              </a:lnSpc>
              <a:buNone/>
            </a:pPr>
            <a:r>
              <a:rPr lang="en-US" sz="2800" dirty="0"/>
              <a:t>“Link missing a text alternative”</a:t>
            </a:r>
          </a:p>
          <a:p>
            <a:pPr marL="0" indent="0">
              <a:lnSpc>
                <a:spcPct val="114000"/>
              </a:lnSpc>
              <a:buNone/>
            </a:pPr>
            <a:endParaRPr lang="en-US" sz="2800" b="1" dirty="0"/>
          </a:p>
          <a:p>
            <a:pPr marL="0" indent="0">
              <a:lnSpc>
                <a:spcPct val="114000"/>
              </a:lnSpc>
              <a:buNone/>
            </a:pPr>
            <a:r>
              <a:rPr lang="en-US" sz="2800" b="1" dirty="0"/>
              <a:t>Customer wrote</a:t>
            </a:r>
            <a:r>
              <a:rPr lang="en-US" sz="2800" dirty="0"/>
              <a:t>: </a:t>
            </a:r>
          </a:p>
          <a:p>
            <a:pPr marL="0" indent="0">
              <a:lnSpc>
                <a:spcPct val="114000"/>
              </a:lnSpc>
              <a:buNone/>
            </a:pPr>
            <a:r>
              <a:rPr lang="en-US" sz="2800" dirty="0"/>
              <a:t>“What do you mean this link is missing a text alternative?  This link HAS a text alternative – it’s obviously “Janelle Fong”.  Your automated checker is wrong.”</a:t>
            </a:r>
          </a:p>
          <a:p>
            <a:pPr>
              <a:lnSpc>
                <a:spcPct val="114000"/>
              </a:lnSpc>
            </a:pPr>
            <a:endParaRPr lang="en-US" sz="2800" b="1" dirty="0"/>
          </a:p>
        </p:txBody>
      </p:sp>
    </p:spTree>
    <p:extLst>
      <p:ext uri="{BB962C8B-B14F-4D97-AF65-F5344CB8AC3E}">
        <p14:creationId xmlns:p14="http://schemas.microsoft.com/office/powerpoint/2010/main" val="33320400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BC0B0-9C00-CB1B-B1FB-F077E3703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05980-F6D4-BA56-67C5-E8A0CFC080AD}"/>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sloth</a:t>
            </a:r>
          </a:p>
        </p:txBody>
      </p:sp>
      <p:pic>
        <p:nvPicPr>
          <p:cNvPr id="3" name="Picture 2" descr="A sloth on a green railing">
            <a:extLst>
              <a:ext uri="{FF2B5EF4-FFF2-40B4-BE49-F238E27FC236}">
                <a16:creationId xmlns:a16="http://schemas.microsoft.com/office/drawing/2014/main" id="{046C6062-EC16-8656-1F13-B7394B32C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9438" y="282161"/>
            <a:ext cx="4058265" cy="6087398"/>
          </a:xfrm>
          <a:prstGeom prst="rect">
            <a:avLst/>
          </a:prstGeom>
        </p:spPr>
      </p:pic>
    </p:spTree>
    <p:extLst>
      <p:ext uri="{BB962C8B-B14F-4D97-AF65-F5344CB8AC3E}">
        <p14:creationId xmlns:p14="http://schemas.microsoft.com/office/powerpoint/2010/main" val="2075095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24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DA455-4345-DFB0-419C-41EF1E77E854}"/>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A5437EDB-579A-019B-9097-36C7D99A8415}"/>
              </a:ext>
            </a:extLst>
          </p:cNvPr>
          <p:cNvSpPr>
            <a:spLocks noGrp="1"/>
          </p:cNvSpPr>
          <p:nvPr>
            <p:ph type="title"/>
          </p:nvPr>
        </p:nvSpPr>
        <p:spPr>
          <a:xfrm>
            <a:off x="407988" y="152401"/>
            <a:ext cx="11376025" cy="723900"/>
          </a:xfrm>
          <a:ln>
            <a:noFill/>
          </a:ln>
        </p:spPr>
        <p:txBody>
          <a:bodyPr>
            <a:normAutofit/>
          </a:bodyPr>
          <a:lstStyle/>
          <a:p>
            <a:r>
              <a:rPr lang="en-CA" sz="4000" dirty="0"/>
              <a:t>Leftover Link &gt; What The Consultant Wrote</a:t>
            </a:r>
            <a:endParaRPr lang="en-DK" sz="4000" dirty="0"/>
          </a:p>
        </p:txBody>
      </p:sp>
      <p:sp>
        <p:nvSpPr>
          <p:cNvPr id="12" name="Text Placeholder 11">
            <a:extLst>
              <a:ext uri="{FF2B5EF4-FFF2-40B4-BE49-F238E27FC236}">
                <a16:creationId xmlns:a16="http://schemas.microsoft.com/office/drawing/2014/main" id="{9FC8008F-9D67-7423-970C-915EE8CCF79F}"/>
              </a:ext>
            </a:extLst>
          </p:cNvPr>
          <p:cNvSpPr>
            <a:spLocks noGrp="1"/>
          </p:cNvSpPr>
          <p:nvPr>
            <p:ph type="body" sz="quarter" idx="19"/>
          </p:nvPr>
        </p:nvSpPr>
        <p:spPr>
          <a:xfrm>
            <a:off x="407988" y="952500"/>
            <a:ext cx="11376025" cy="5629275"/>
          </a:xfrm>
          <a:ln>
            <a:noFill/>
          </a:ln>
        </p:spPr>
        <p:txBody>
          <a:bodyPr>
            <a:noAutofit/>
          </a:bodyPr>
          <a:lstStyle/>
          <a:p>
            <a:pPr marL="0" indent="0">
              <a:lnSpc>
                <a:spcPct val="150000"/>
              </a:lnSpc>
              <a:buNone/>
            </a:pPr>
            <a:r>
              <a:rPr lang="en-US" sz="2800" b="1" dirty="0"/>
              <a:t>Consultant wrote</a:t>
            </a:r>
            <a:r>
              <a:rPr lang="en-US" sz="2800" dirty="0"/>
              <a:t>: “There is an empty and invisible &lt;a&gt; element here, right next to the visible link “Janelle Fong”.  That's what this Siteimprove rule is failing on - the empty and invisible &lt;a&gt; element (not the visible &lt;a&gt; element).  Sometimes empty &lt;a&gt; elements like this are caused by your CMS (Content Management System) when you type some text then erase it.  That is: the text will be erased, but not the &lt;a&gt; tags that surrounded the text. To fix this: in your CMS, switch to its HTML view (if available), and remove the empty &lt;a&gt; element (and leave the visible &lt;a&gt; element as it is.)”</a:t>
            </a:r>
          </a:p>
        </p:txBody>
      </p:sp>
    </p:spTree>
    <p:extLst>
      <p:ext uri="{BB962C8B-B14F-4D97-AF65-F5344CB8AC3E}">
        <p14:creationId xmlns:p14="http://schemas.microsoft.com/office/powerpoint/2010/main" val="31013456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B079E-01E9-EBB3-185E-3328AF06F1C8}"/>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0B7AD940-9ADB-6977-0127-A550F971ABC8}"/>
              </a:ext>
            </a:extLst>
          </p:cNvPr>
          <p:cNvSpPr>
            <a:spLocks noGrp="1"/>
          </p:cNvSpPr>
          <p:nvPr>
            <p:ph type="title"/>
          </p:nvPr>
        </p:nvSpPr>
        <p:spPr>
          <a:xfrm>
            <a:off x="407988" y="152401"/>
            <a:ext cx="11376025" cy="723900"/>
          </a:xfrm>
          <a:ln>
            <a:noFill/>
          </a:ln>
        </p:spPr>
        <p:txBody>
          <a:bodyPr>
            <a:normAutofit/>
          </a:bodyPr>
          <a:lstStyle/>
          <a:p>
            <a:r>
              <a:rPr lang="en-CA" sz="4000" dirty="0"/>
              <a:t>Leftover Link &gt; Example Page</a:t>
            </a:r>
            <a:endParaRPr lang="en-DK" sz="4000" dirty="0"/>
          </a:p>
        </p:txBody>
      </p:sp>
      <p:pic>
        <p:nvPicPr>
          <p:cNvPr id="5" name="Picture 4" descr="rendered view of web page.  shows the text &quot;This class is taught by Professor Janelle Fong&quot;.  and &quot;Janelle Fong&quot; is an underlined link.">
            <a:extLst>
              <a:ext uri="{FF2B5EF4-FFF2-40B4-BE49-F238E27FC236}">
                <a16:creationId xmlns:a16="http://schemas.microsoft.com/office/drawing/2014/main" id="{5DAA47C7-EB9F-DA48-B321-37ADD44FDC33}"/>
              </a:ext>
            </a:extLst>
          </p:cNvPr>
          <p:cNvPicPr>
            <a:picLocks noChangeAspect="1"/>
          </p:cNvPicPr>
          <p:nvPr/>
        </p:nvPicPr>
        <p:blipFill>
          <a:blip r:embed="rId3"/>
          <a:stretch>
            <a:fillRect/>
          </a:stretch>
        </p:blipFill>
        <p:spPr>
          <a:xfrm>
            <a:off x="407988" y="1070772"/>
            <a:ext cx="9523412" cy="5533640"/>
          </a:xfrm>
          <a:prstGeom prst="rect">
            <a:avLst/>
          </a:prstGeom>
        </p:spPr>
      </p:pic>
      <p:sp>
        <p:nvSpPr>
          <p:cNvPr id="9" name="Text Placeholder 8">
            <a:extLst>
              <a:ext uri="{FF2B5EF4-FFF2-40B4-BE49-F238E27FC236}">
                <a16:creationId xmlns:a16="http://schemas.microsoft.com/office/drawing/2014/main" id="{44ABBDED-47C9-FFC7-D429-8F549BDF03D9}"/>
              </a:ext>
            </a:extLst>
          </p:cNvPr>
          <p:cNvSpPr>
            <a:spLocks noGrp="1"/>
          </p:cNvSpPr>
          <p:nvPr>
            <p:ph type="body" sz="quarter" idx="19"/>
          </p:nvPr>
        </p:nvSpPr>
        <p:spPr>
          <a:xfrm>
            <a:off x="812801" y="4343400"/>
            <a:ext cx="8648700" cy="1822450"/>
          </a:xfrm>
          <a:noFill/>
          <a:ln>
            <a:solidFill>
              <a:schemeClr val="accent1"/>
            </a:solidFill>
          </a:ln>
          <a:effectLst>
            <a:glow rad="63500">
              <a:schemeClr val="accent2">
                <a:alpha val="40000"/>
              </a:schemeClr>
            </a:glow>
          </a:effectLst>
        </p:spPr>
        <p:txBody>
          <a:bodyPr/>
          <a:lstStyle/>
          <a:p>
            <a:pPr marL="0" indent="0">
              <a:buNone/>
            </a:pPr>
            <a:r>
              <a:rPr lang="en-US" sz="2800" dirty="0">
                <a:latin typeface="Consolas" panose="020B0609020204030204" pitchFamily="49" charset="0"/>
              </a:rPr>
              <a:t>This class is taught by Professor </a:t>
            </a:r>
          </a:p>
          <a:p>
            <a:pPr marL="0" indent="0">
              <a:buNone/>
            </a:pPr>
            <a:r>
              <a:rPr lang="en-US" sz="2800" dirty="0">
                <a:latin typeface="Consolas" panose="020B0609020204030204" pitchFamily="49" charset="0"/>
              </a:rPr>
              <a:t>&lt;a </a:t>
            </a:r>
            <a:r>
              <a:rPr lang="en-US" sz="2800" dirty="0" err="1">
                <a:latin typeface="Consolas" panose="020B0609020204030204" pitchFamily="49" charset="0"/>
              </a:rPr>
              <a:t>href</a:t>
            </a:r>
            <a:r>
              <a:rPr lang="en-US" sz="2800" dirty="0">
                <a:latin typeface="Consolas" panose="020B0609020204030204" pitchFamily="49" charset="0"/>
              </a:rPr>
              <a:t>="/</a:t>
            </a:r>
            <a:r>
              <a:rPr lang="en-US" sz="2800" dirty="0" err="1">
                <a:latin typeface="Consolas" panose="020B0609020204030204" pitchFamily="49" charset="0"/>
              </a:rPr>
              <a:t>janelle-fong</a:t>
            </a:r>
            <a:r>
              <a:rPr lang="en-US" sz="2800" dirty="0">
                <a:latin typeface="Consolas" panose="020B0609020204030204" pitchFamily="49" charset="0"/>
              </a:rPr>
              <a:t>"&gt;Janelle Fong&lt;/a&gt;</a:t>
            </a:r>
          </a:p>
          <a:p>
            <a:pPr marL="0" indent="0">
              <a:buNone/>
            </a:pPr>
            <a:r>
              <a:rPr lang="en-US" sz="2800" dirty="0">
                <a:latin typeface="Consolas" panose="020B0609020204030204" pitchFamily="49" charset="0"/>
              </a:rPr>
              <a:t>&lt;a </a:t>
            </a:r>
            <a:r>
              <a:rPr lang="en-US" sz="2800" dirty="0" err="1">
                <a:latin typeface="Consolas" panose="020B0609020204030204" pitchFamily="49" charset="0"/>
              </a:rPr>
              <a:t>href</a:t>
            </a:r>
            <a:r>
              <a:rPr lang="en-US" sz="2800" dirty="0">
                <a:latin typeface="Consolas" panose="020B0609020204030204" pitchFamily="49" charset="0"/>
              </a:rPr>
              <a:t>="/</a:t>
            </a:r>
            <a:r>
              <a:rPr lang="en-US" sz="2800" dirty="0" err="1">
                <a:latin typeface="Consolas" panose="020B0609020204030204" pitchFamily="49" charset="0"/>
              </a:rPr>
              <a:t>linda-hughes</a:t>
            </a:r>
            <a:r>
              <a:rPr lang="en-US" sz="2800" dirty="0">
                <a:latin typeface="Consolas" panose="020B0609020204030204" pitchFamily="49" charset="0"/>
              </a:rPr>
              <a:t>"&gt;&lt;/a&gt;</a:t>
            </a:r>
          </a:p>
          <a:p>
            <a:endParaRPr lang="en-CA" sz="2800" dirty="0">
              <a:latin typeface="Consolas" panose="020B0609020204030204" pitchFamily="49" charset="0"/>
            </a:endParaRPr>
          </a:p>
        </p:txBody>
      </p:sp>
      <p:sp>
        <p:nvSpPr>
          <p:cNvPr id="10" name="Text Placeholder 11">
            <a:extLst>
              <a:ext uri="{FF2B5EF4-FFF2-40B4-BE49-F238E27FC236}">
                <a16:creationId xmlns:a16="http://schemas.microsoft.com/office/drawing/2014/main" id="{7D76163B-CA2C-C364-11E9-390391F9B997}"/>
              </a:ext>
            </a:extLst>
          </p:cNvPr>
          <p:cNvSpPr txBox="1">
            <a:spLocks/>
          </p:cNvSpPr>
          <p:nvPr/>
        </p:nvSpPr>
        <p:spPr>
          <a:xfrm>
            <a:off x="6426201" y="5527040"/>
            <a:ext cx="2948806" cy="833281"/>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solidFill>
                  <a:schemeClr val="accent4">
                    <a:lumMod val="50000"/>
                  </a:schemeClr>
                </a:solidFill>
                <a:sym typeface="Wingdings" panose="05000000000000000000" pitchFamily="2" charset="2"/>
              </a:rPr>
              <a:t> Flagged </a:t>
            </a:r>
            <a:endParaRPr lang="en-US" sz="3200" b="1" dirty="0">
              <a:solidFill>
                <a:schemeClr val="accent4">
                  <a:lumMod val="50000"/>
                </a:schemeClr>
              </a:solidFill>
            </a:endParaRPr>
          </a:p>
        </p:txBody>
      </p:sp>
    </p:spTree>
    <p:extLst>
      <p:ext uri="{BB962C8B-B14F-4D97-AF65-F5344CB8AC3E}">
        <p14:creationId xmlns:p14="http://schemas.microsoft.com/office/powerpoint/2010/main" val="1259372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bg/>
                                          </p:spTgt>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9">
                                            <p:txEl>
                                              <p:pRg st="1" end="1"/>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animBg="1"/>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08B1-5B67-563A-99A4-0B61F404B860}"/>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383C1B44-EEEB-37EF-BDED-914EC733872D}"/>
              </a:ext>
            </a:extLst>
          </p:cNvPr>
          <p:cNvSpPr>
            <a:spLocks noGrp="1"/>
          </p:cNvSpPr>
          <p:nvPr>
            <p:ph type="title"/>
          </p:nvPr>
        </p:nvSpPr>
        <p:spPr>
          <a:xfrm>
            <a:off x="407988" y="152401"/>
            <a:ext cx="11376025" cy="723900"/>
          </a:xfrm>
          <a:ln>
            <a:noFill/>
          </a:ln>
        </p:spPr>
        <p:txBody>
          <a:bodyPr>
            <a:normAutofit/>
          </a:bodyPr>
          <a:lstStyle/>
          <a:p>
            <a:r>
              <a:rPr lang="en-CA" sz="4000" dirty="0"/>
              <a:t>Leftover Link &gt; The Cause</a:t>
            </a:r>
            <a:endParaRPr lang="en-DK" sz="4000" dirty="0"/>
          </a:p>
        </p:txBody>
      </p:sp>
      <p:sp>
        <p:nvSpPr>
          <p:cNvPr id="12" name="Text Placeholder 11">
            <a:extLst>
              <a:ext uri="{FF2B5EF4-FFF2-40B4-BE49-F238E27FC236}">
                <a16:creationId xmlns:a16="http://schemas.microsoft.com/office/drawing/2014/main" id="{9AEC64B9-026B-2965-05E6-7D35EB211F27}"/>
              </a:ext>
            </a:extLst>
          </p:cNvPr>
          <p:cNvSpPr>
            <a:spLocks noGrp="1"/>
          </p:cNvSpPr>
          <p:nvPr>
            <p:ph type="body" sz="quarter" idx="19"/>
          </p:nvPr>
        </p:nvSpPr>
        <p:spPr>
          <a:xfrm>
            <a:off x="407988" y="1244600"/>
            <a:ext cx="11376025" cy="5337175"/>
          </a:xfrm>
          <a:ln>
            <a:noFill/>
          </a:ln>
        </p:spPr>
        <p:txBody>
          <a:bodyPr>
            <a:noAutofit/>
          </a:bodyPr>
          <a:lstStyle/>
          <a:p>
            <a:pPr>
              <a:lnSpc>
                <a:spcPct val="150000"/>
              </a:lnSpc>
            </a:pPr>
            <a:r>
              <a:rPr lang="en-US" sz="2800" dirty="0"/>
              <a:t>100% WYSIWYG</a:t>
            </a:r>
          </a:p>
        </p:txBody>
      </p:sp>
    </p:spTree>
    <p:extLst>
      <p:ext uri="{BB962C8B-B14F-4D97-AF65-F5344CB8AC3E}">
        <p14:creationId xmlns:p14="http://schemas.microsoft.com/office/powerpoint/2010/main" val="23072779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33165-98C4-365F-5D3A-838AB21E447F}"/>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D118108A-3BB4-38E7-181C-6122FFAA6DB2}"/>
              </a:ext>
            </a:extLst>
          </p:cNvPr>
          <p:cNvSpPr>
            <a:spLocks noGrp="1"/>
          </p:cNvSpPr>
          <p:nvPr>
            <p:ph type="title"/>
          </p:nvPr>
        </p:nvSpPr>
        <p:spPr>
          <a:xfrm>
            <a:off x="407988" y="152401"/>
            <a:ext cx="11376025" cy="723900"/>
          </a:xfrm>
          <a:ln>
            <a:noFill/>
          </a:ln>
        </p:spPr>
        <p:txBody>
          <a:bodyPr>
            <a:noAutofit/>
          </a:bodyPr>
          <a:lstStyle/>
          <a:p>
            <a:r>
              <a:rPr lang="en-CA" sz="4000" dirty="0"/>
              <a:t>Leftover Link &gt; Page Author Side </a:t>
            </a:r>
            <a:br>
              <a:rPr lang="en-CA" sz="4000" dirty="0"/>
            </a:br>
            <a:r>
              <a:rPr lang="en-CA" sz="4000" dirty="0"/>
              <a:t>&gt; Current HTML</a:t>
            </a:r>
            <a:endParaRPr lang="en-DK" sz="4000" dirty="0"/>
          </a:p>
        </p:txBody>
      </p:sp>
      <p:pic>
        <p:nvPicPr>
          <p:cNvPr id="3" name="Picture 2" descr="a WYSIWYG editor on the page in question.">
            <a:extLst>
              <a:ext uri="{FF2B5EF4-FFF2-40B4-BE49-F238E27FC236}">
                <a16:creationId xmlns:a16="http://schemas.microsoft.com/office/drawing/2014/main" id="{B84445AB-3D1C-EF76-DD0A-6512B037A7F1}"/>
              </a:ext>
            </a:extLst>
          </p:cNvPr>
          <p:cNvPicPr>
            <a:picLocks noChangeAspect="1"/>
          </p:cNvPicPr>
          <p:nvPr/>
        </p:nvPicPr>
        <p:blipFill>
          <a:blip r:embed="rId3"/>
          <a:stretch>
            <a:fillRect/>
          </a:stretch>
        </p:blipFill>
        <p:spPr>
          <a:xfrm>
            <a:off x="259404" y="1587500"/>
            <a:ext cx="11673191" cy="6858000"/>
          </a:xfrm>
          <a:prstGeom prst="rect">
            <a:avLst/>
          </a:prstGeom>
          <a:ln>
            <a:solidFill>
              <a:schemeClr val="tx1"/>
            </a:solidFill>
            <a:prstDash val="solid"/>
          </a:ln>
        </p:spPr>
      </p:pic>
    </p:spTree>
    <p:extLst>
      <p:ext uri="{BB962C8B-B14F-4D97-AF65-F5344CB8AC3E}">
        <p14:creationId xmlns:p14="http://schemas.microsoft.com/office/powerpoint/2010/main" val="24881069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7806C-D0D9-1EE4-D516-225DA1DA01D5}"/>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75849D68-EBE1-75C1-801E-6E9DA6421571}"/>
              </a:ext>
            </a:extLst>
          </p:cNvPr>
          <p:cNvSpPr>
            <a:spLocks noGrp="1"/>
          </p:cNvSpPr>
          <p:nvPr>
            <p:ph type="title"/>
          </p:nvPr>
        </p:nvSpPr>
        <p:spPr>
          <a:xfrm>
            <a:off x="407988" y="152401"/>
            <a:ext cx="11376025" cy="723900"/>
          </a:xfrm>
          <a:ln>
            <a:noFill/>
          </a:ln>
        </p:spPr>
        <p:txBody>
          <a:bodyPr>
            <a:noAutofit/>
          </a:bodyPr>
          <a:lstStyle/>
          <a:p>
            <a:r>
              <a:rPr lang="en-CA" sz="4000" dirty="0"/>
              <a:t>Leftover Link &gt; Page Author Side</a:t>
            </a:r>
            <a:br>
              <a:rPr lang="en-CA" sz="4000" dirty="0"/>
            </a:br>
            <a:r>
              <a:rPr lang="en-CA" sz="4000" dirty="0"/>
              <a:t>&gt; Back in Time, Version 1</a:t>
            </a:r>
            <a:endParaRPr lang="en-DK" sz="4000" dirty="0"/>
          </a:p>
        </p:txBody>
      </p:sp>
      <p:pic>
        <p:nvPicPr>
          <p:cNvPr id="4" name="Picture 3" descr="WYSIWYG editor on the page.  shows source html: This class is taught by Professor &lt;a href=&quot;/linda-hughes&quot;&gt;&lt;/a&gt;">
            <a:extLst>
              <a:ext uri="{FF2B5EF4-FFF2-40B4-BE49-F238E27FC236}">
                <a16:creationId xmlns:a16="http://schemas.microsoft.com/office/drawing/2014/main" id="{380C03E8-FC30-DAE8-5579-EFA575EB68CD}"/>
              </a:ext>
            </a:extLst>
          </p:cNvPr>
          <p:cNvPicPr>
            <a:picLocks noChangeAspect="1"/>
          </p:cNvPicPr>
          <p:nvPr/>
        </p:nvPicPr>
        <p:blipFill>
          <a:blip r:embed="rId3"/>
          <a:stretch>
            <a:fillRect/>
          </a:stretch>
        </p:blipFill>
        <p:spPr>
          <a:xfrm>
            <a:off x="259404" y="1511300"/>
            <a:ext cx="11673191" cy="6858000"/>
          </a:xfrm>
          <a:prstGeom prst="rect">
            <a:avLst/>
          </a:prstGeom>
          <a:ln>
            <a:solidFill>
              <a:schemeClr val="tx1"/>
            </a:solidFill>
            <a:prstDash val="sysDot"/>
          </a:ln>
        </p:spPr>
      </p:pic>
    </p:spTree>
    <p:extLst>
      <p:ext uri="{BB962C8B-B14F-4D97-AF65-F5344CB8AC3E}">
        <p14:creationId xmlns:p14="http://schemas.microsoft.com/office/powerpoint/2010/main" val="5070135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399D8-041B-3445-1E1F-B3E8D55FA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CB3DD-B121-16AC-DF74-1F4433A0EE40}"/>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Backspacing over “Linda Hughes”, animated screenshot 1</a:t>
            </a:r>
            <a:r>
              <a:rPr lang="en-CA" sz="2800" b="1" i="0" kern="1200" dirty="0">
                <a:solidFill>
                  <a:schemeClr val="tx1"/>
                </a:solidFill>
                <a:effectLst/>
                <a:latin typeface="+mj-lt"/>
                <a:ea typeface="+mj-ea"/>
                <a:cs typeface="Arial" panose="020B0604020202020204" pitchFamily="34" charset="0"/>
              </a:rPr>
              <a:t>/9</a:t>
            </a:r>
            <a:endParaRPr lang="en-CA" dirty="0"/>
          </a:p>
        </p:txBody>
      </p:sp>
      <p:pic>
        <p:nvPicPr>
          <p:cNvPr id="4" name="Picture 3" descr="WYSIWYG editor again.  page author is backspacing over &quot;Linda Hughes&quot;.">
            <a:extLst>
              <a:ext uri="{FF2B5EF4-FFF2-40B4-BE49-F238E27FC236}">
                <a16:creationId xmlns:a16="http://schemas.microsoft.com/office/drawing/2014/main" id="{409F8D68-D508-456C-D2E6-E5B668CAB77B}"/>
              </a:ext>
            </a:extLst>
          </p:cNvPr>
          <p:cNvPicPr>
            <a:picLocks noChangeAspect="1"/>
          </p:cNvPicPr>
          <p:nvPr/>
        </p:nvPicPr>
        <p:blipFill>
          <a:blip r:embed="rId3"/>
          <a:stretch>
            <a:fillRect/>
          </a:stretch>
        </p:blipFill>
        <p:spPr>
          <a:xfrm>
            <a:off x="259404" y="0"/>
            <a:ext cx="11673191" cy="6858000"/>
          </a:xfrm>
          <a:prstGeom prst="rect">
            <a:avLst/>
          </a:prstGeom>
          <a:ln>
            <a:solidFill>
              <a:schemeClr val="tx1"/>
            </a:solidFill>
            <a:prstDash val="sysDot"/>
          </a:ln>
        </p:spPr>
      </p:pic>
    </p:spTree>
    <p:extLst>
      <p:ext uri="{BB962C8B-B14F-4D97-AF65-F5344CB8AC3E}">
        <p14:creationId xmlns:p14="http://schemas.microsoft.com/office/powerpoint/2010/main" val="41346085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BEF4F-27BD-6010-33F0-2930B71F42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07919-D7FB-58AA-C8E8-6C2CE1FBAAC8}"/>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Backspacing over “Linda Hughes”, animated screenshot 2</a:t>
            </a:r>
            <a:r>
              <a:rPr lang="en-CA" sz="2800" b="1" i="0" kern="1200" dirty="0">
                <a:solidFill>
                  <a:schemeClr val="tx1"/>
                </a:solidFill>
                <a:effectLst/>
                <a:latin typeface="+mj-lt"/>
                <a:ea typeface="+mj-ea"/>
                <a:cs typeface="Arial" panose="020B0604020202020204" pitchFamily="34" charset="0"/>
              </a:rPr>
              <a:t>/9</a:t>
            </a:r>
            <a:endParaRPr lang="en-CA" dirty="0"/>
          </a:p>
        </p:txBody>
      </p:sp>
      <p:pic>
        <p:nvPicPr>
          <p:cNvPr id="3" name="Picture 2" descr="backspacing again.">
            <a:extLst>
              <a:ext uri="{FF2B5EF4-FFF2-40B4-BE49-F238E27FC236}">
                <a16:creationId xmlns:a16="http://schemas.microsoft.com/office/drawing/2014/main" id="{AEE23B28-0D78-6A3A-DB86-82D7FD255BDA}"/>
              </a:ext>
            </a:extLst>
          </p:cNvPr>
          <p:cNvPicPr>
            <a:picLocks noChangeAspect="1"/>
          </p:cNvPicPr>
          <p:nvPr/>
        </p:nvPicPr>
        <p:blipFill>
          <a:blip r:embed="rId3"/>
          <a:stretch>
            <a:fillRect/>
          </a:stretch>
        </p:blipFill>
        <p:spPr>
          <a:xfrm>
            <a:off x="259404" y="0"/>
            <a:ext cx="11673191" cy="6858000"/>
          </a:xfrm>
          <a:prstGeom prst="rect">
            <a:avLst/>
          </a:prstGeom>
        </p:spPr>
      </p:pic>
    </p:spTree>
    <p:extLst>
      <p:ext uri="{BB962C8B-B14F-4D97-AF65-F5344CB8AC3E}">
        <p14:creationId xmlns:p14="http://schemas.microsoft.com/office/powerpoint/2010/main" val="25084037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48328-FCBC-CE6C-1254-1C17177AD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C7846-355F-27CD-03BA-767B21F2A299}"/>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Backspacing over “Linda Hughes”, animated screenshot 3</a:t>
            </a:r>
            <a:r>
              <a:rPr lang="en-CA" sz="2800" b="1" i="0" kern="1200" dirty="0">
                <a:solidFill>
                  <a:schemeClr val="tx1"/>
                </a:solidFill>
                <a:effectLst/>
                <a:latin typeface="+mj-lt"/>
                <a:ea typeface="+mj-ea"/>
                <a:cs typeface="Arial" panose="020B0604020202020204" pitchFamily="34" charset="0"/>
              </a:rPr>
              <a:t>/9</a:t>
            </a:r>
            <a:endParaRPr lang="en-CA" dirty="0"/>
          </a:p>
        </p:txBody>
      </p:sp>
      <p:pic>
        <p:nvPicPr>
          <p:cNvPr id="3" name="Picture 2" descr="backspacing again.">
            <a:extLst>
              <a:ext uri="{FF2B5EF4-FFF2-40B4-BE49-F238E27FC236}">
                <a16:creationId xmlns:a16="http://schemas.microsoft.com/office/drawing/2014/main" id="{2F10CE38-E20F-121E-61D6-17A14EE00365}"/>
              </a:ext>
            </a:extLst>
          </p:cNvPr>
          <p:cNvPicPr>
            <a:picLocks noChangeAspect="1"/>
          </p:cNvPicPr>
          <p:nvPr/>
        </p:nvPicPr>
        <p:blipFill>
          <a:blip r:embed="rId3"/>
          <a:stretch>
            <a:fillRect/>
          </a:stretch>
        </p:blipFill>
        <p:spPr>
          <a:xfrm>
            <a:off x="259404" y="0"/>
            <a:ext cx="11673191" cy="6858000"/>
          </a:xfrm>
          <a:prstGeom prst="rect">
            <a:avLst/>
          </a:prstGeom>
        </p:spPr>
      </p:pic>
    </p:spTree>
    <p:extLst>
      <p:ext uri="{BB962C8B-B14F-4D97-AF65-F5344CB8AC3E}">
        <p14:creationId xmlns:p14="http://schemas.microsoft.com/office/powerpoint/2010/main" val="1498411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37E82-C35A-BEF9-BA78-12E9F7D679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89028-4484-D915-8BC4-82A243A06F20}"/>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Backspacing over “Linda Hughes”, animated screenshot 4</a:t>
            </a:r>
            <a:r>
              <a:rPr lang="en-CA" sz="2800" b="1" i="0" kern="1200" dirty="0">
                <a:solidFill>
                  <a:schemeClr val="tx1"/>
                </a:solidFill>
                <a:effectLst/>
                <a:latin typeface="+mj-lt"/>
                <a:ea typeface="+mj-ea"/>
                <a:cs typeface="Arial" panose="020B0604020202020204" pitchFamily="34" charset="0"/>
              </a:rPr>
              <a:t>/9</a:t>
            </a:r>
            <a:endParaRPr lang="en-CA" dirty="0"/>
          </a:p>
        </p:txBody>
      </p:sp>
      <p:pic>
        <p:nvPicPr>
          <p:cNvPr id="3" name="Picture 2" descr="backspacing again.">
            <a:extLst>
              <a:ext uri="{FF2B5EF4-FFF2-40B4-BE49-F238E27FC236}">
                <a16:creationId xmlns:a16="http://schemas.microsoft.com/office/drawing/2014/main" id="{8712237B-0B45-F06A-4530-6D6F59AD7314}"/>
              </a:ext>
            </a:extLst>
          </p:cNvPr>
          <p:cNvPicPr>
            <a:picLocks noChangeAspect="1"/>
          </p:cNvPicPr>
          <p:nvPr/>
        </p:nvPicPr>
        <p:blipFill>
          <a:blip r:embed="rId3"/>
          <a:stretch>
            <a:fillRect/>
          </a:stretch>
        </p:blipFill>
        <p:spPr>
          <a:xfrm>
            <a:off x="259404" y="0"/>
            <a:ext cx="11673191" cy="6858000"/>
          </a:xfrm>
          <a:prstGeom prst="rect">
            <a:avLst/>
          </a:prstGeom>
        </p:spPr>
      </p:pic>
    </p:spTree>
    <p:extLst>
      <p:ext uri="{BB962C8B-B14F-4D97-AF65-F5344CB8AC3E}">
        <p14:creationId xmlns:p14="http://schemas.microsoft.com/office/powerpoint/2010/main" val="31308895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4EF86-395E-C610-E202-41EC17AB4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BF6A8-8A71-6AC5-D281-5832F6149DE5}"/>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Backspacing over “Linda Hughes”, animated screenshot 5/9</a:t>
            </a:r>
          </a:p>
        </p:txBody>
      </p:sp>
      <p:pic>
        <p:nvPicPr>
          <p:cNvPr id="3" name="Picture 2" descr="backspacing again.">
            <a:extLst>
              <a:ext uri="{FF2B5EF4-FFF2-40B4-BE49-F238E27FC236}">
                <a16:creationId xmlns:a16="http://schemas.microsoft.com/office/drawing/2014/main" id="{DE1FD4C4-51CD-EE2F-DA1E-88B5C39F799A}"/>
              </a:ext>
            </a:extLst>
          </p:cNvPr>
          <p:cNvPicPr>
            <a:picLocks noChangeAspect="1"/>
          </p:cNvPicPr>
          <p:nvPr/>
        </p:nvPicPr>
        <p:blipFill>
          <a:blip r:embed="rId3"/>
          <a:stretch>
            <a:fillRect/>
          </a:stretch>
        </p:blipFill>
        <p:spPr>
          <a:xfrm>
            <a:off x="259404" y="0"/>
            <a:ext cx="11673191" cy="6858000"/>
          </a:xfrm>
          <a:prstGeom prst="rect">
            <a:avLst/>
          </a:prstGeom>
        </p:spPr>
      </p:pic>
    </p:spTree>
    <p:extLst>
      <p:ext uri="{BB962C8B-B14F-4D97-AF65-F5344CB8AC3E}">
        <p14:creationId xmlns:p14="http://schemas.microsoft.com/office/powerpoint/2010/main" val="3949710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9EBE0-2697-6AAB-E0BD-65E178E27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EF750-02C4-400F-7325-FCBC7260CDAB}"/>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Backspacing over “Linda Hughes”, animated screenshot 6/9</a:t>
            </a:r>
          </a:p>
        </p:txBody>
      </p:sp>
      <p:pic>
        <p:nvPicPr>
          <p:cNvPr id="3" name="Picture 2" descr="backspacing again.">
            <a:extLst>
              <a:ext uri="{FF2B5EF4-FFF2-40B4-BE49-F238E27FC236}">
                <a16:creationId xmlns:a16="http://schemas.microsoft.com/office/drawing/2014/main" id="{4286C5EE-8D9E-B7D6-9521-FBF45D7C0CC8}"/>
              </a:ext>
            </a:extLst>
          </p:cNvPr>
          <p:cNvPicPr>
            <a:picLocks noChangeAspect="1"/>
          </p:cNvPicPr>
          <p:nvPr/>
        </p:nvPicPr>
        <p:blipFill>
          <a:blip r:embed="rId3"/>
          <a:stretch>
            <a:fillRect/>
          </a:stretch>
        </p:blipFill>
        <p:spPr>
          <a:xfrm>
            <a:off x="259404" y="0"/>
            <a:ext cx="11673191" cy="6858000"/>
          </a:xfrm>
          <a:prstGeom prst="rect">
            <a:avLst/>
          </a:prstGeom>
        </p:spPr>
      </p:pic>
    </p:spTree>
    <p:extLst>
      <p:ext uri="{BB962C8B-B14F-4D97-AF65-F5344CB8AC3E}">
        <p14:creationId xmlns:p14="http://schemas.microsoft.com/office/powerpoint/2010/main" val="317617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8C5A0-662D-C8EE-35B2-713CD3B25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1A4AD-44E6-C5D5-C7BC-8810DFD1F7DD}"/>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Backspacing over “Linda Hughes”, animated screenshot 7/9</a:t>
            </a:r>
          </a:p>
        </p:txBody>
      </p:sp>
      <p:pic>
        <p:nvPicPr>
          <p:cNvPr id="3" name="Picture 2" descr="backspacing again.">
            <a:extLst>
              <a:ext uri="{FF2B5EF4-FFF2-40B4-BE49-F238E27FC236}">
                <a16:creationId xmlns:a16="http://schemas.microsoft.com/office/drawing/2014/main" id="{6E6B3421-F947-CAF9-8FC4-8906161D748F}"/>
              </a:ext>
            </a:extLst>
          </p:cNvPr>
          <p:cNvPicPr>
            <a:picLocks noChangeAspect="1"/>
          </p:cNvPicPr>
          <p:nvPr/>
        </p:nvPicPr>
        <p:blipFill>
          <a:blip r:embed="rId3"/>
          <a:stretch>
            <a:fillRect/>
          </a:stretch>
        </p:blipFill>
        <p:spPr>
          <a:xfrm>
            <a:off x="259404" y="0"/>
            <a:ext cx="11673191" cy="6858000"/>
          </a:xfrm>
          <a:prstGeom prst="rect">
            <a:avLst/>
          </a:prstGeom>
        </p:spPr>
      </p:pic>
    </p:spTree>
    <p:extLst>
      <p:ext uri="{BB962C8B-B14F-4D97-AF65-F5344CB8AC3E}">
        <p14:creationId xmlns:p14="http://schemas.microsoft.com/office/powerpoint/2010/main" val="33287910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FCFF7-98A4-7034-4AF9-815DB2AA1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0BBE06-A08A-008B-04CC-0D1F6DDC73C4}"/>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Backspacing over “Linda Hughes”, animated screenshot 8/9</a:t>
            </a:r>
          </a:p>
        </p:txBody>
      </p:sp>
      <p:pic>
        <p:nvPicPr>
          <p:cNvPr id="3" name="Picture 2" descr="backspacing is finished.  visually &quot;Linda Hughes&quot; is gone now.  source html shows the leftover link i.e. &lt;a href=&quot;/linda-hughes&quot;&gt;&lt;/a&gt;">
            <a:extLst>
              <a:ext uri="{FF2B5EF4-FFF2-40B4-BE49-F238E27FC236}">
                <a16:creationId xmlns:a16="http://schemas.microsoft.com/office/drawing/2014/main" id="{7AB01101-9AEA-94E7-9A98-F8402819139D}"/>
              </a:ext>
            </a:extLst>
          </p:cNvPr>
          <p:cNvPicPr>
            <a:picLocks noChangeAspect="1"/>
          </p:cNvPicPr>
          <p:nvPr/>
        </p:nvPicPr>
        <p:blipFill>
          <a:blip r:embed="rId3"/>
          <a:stretch>
            <a:fillRect/>
          </a:stretch>
        </p:blipFill>
        <p:spPr>
          <a:xfrm>
            <a:off x="259404" y="0"/>
            <a:ext cx="11673191" cy="6858000"/>
          </a:xfrm>
          <a:prstGeom prst="rect">
            <a:avLst/>
          </a:prstGeom>
        </p:spPr>
      </p:pic>
    </p:spTree>
    <p:extLst>
      <p:ext uri="{BB962C8B-B14F-4D97-AF65-F5344CB8AC3E}">
        <p14:creationId xmlns:p14="http://schemas.microsoft.com/office/powerpoint/2010/main" val="29725931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24214-E50D-34D1-F091-8DCD84A19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01357-F130-AE63-C38E-4A56145D8F54}"/>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Backspacing over “Linda Hughes”, animated screenshot 9/9</a:t>
            </a:r>
          </a:p>
        </p:txBody>
      </p:sp>
      <p:pic>
        <p:nvPicPr>
          <p:cNvPr id="3" name="Picture 2" descr="current version of the page again.  visually showed &quot;Janelle Fong&quot;.  html shows one normal link for &quot;Janelle Fong&quot; and one leftover link for linda hughes.">
            <a:extLst>
              <a:ext uri="{FF2B5EF4-FFF2-40B4-BE49-F238E27FC236}">
                <a16:creationId xmlns:a16="http://schemas.microsoft.com/office/drawing/2014/main" id="{8CD43D7A-62B0-FC6B-970B-C07F0F9C13EB}"/>
              </a:ext>
            </a:extLst>
          </p:cNvPr>
          <p:cNvPicPr>
            <a:picLocks noChangeAspect="1"/>
          </p:cNvPicPr>
          <p:nvPr/>
        </p:nvPicPr>
        <p:blipFill>
          <a:blip r:embed="rId3"/>
          <a:stretch>
            <a:fillRect/>
          </a:stretch>
        </p:blipFill>
        <p:spPr>
          <a:xfrm>
            <a:off x="259404" y="0"/>
            <a:ext cx="11673191" cy="6858000"/>
          </a:xfrm>
          <a:prstGeom prst="rect">
            <a:avLst/>
          </a:prstGeom>
        </p:spPr>
      </p:pic>
    </p:spTree>
    <p:extLst>
      <p:ext uri="{BB962C8B-B14F-4D97-AF65-F5344CB8AC3E}">
        <p14:creationId xmlns:p14="http://schemas.microsoft.com/office/powerpoint/2010/main" val="13877905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9A457-A5DF-C79B-244D-BC94B0BD089F}"/>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F1B0AC91-B56C-0CF8-0DB7-104743CFC96F}"/>
              </a:ext>
            </a:extLst>
          </p:cNvPr>
          <p:cNvSpPr>
            <a:spLocks noGrp="1"/>
          </p:cNvSpPr>
          <p:nvPr>
            <p:ph type="title"/>
          </p:nvPr>
        </p:nvSpPr>
        <p:spPr>
          <a:xfrm>
            <a:off x="407988" y="152401"/>
            <a:ext cx="11376025" cy="723900"/>
          </a:xfrm>
          <a:ln>
            <a:noFill/>
          </a:ln>
        </p:spPr>
        <p:txBody>
          <a:bodyPr>
            <a:normAutofit/>
          </a:bodyPr>
          <a:lstStyle/>
          <a:p>
            <a:r>
              <a:rPr lang="en-CA" sz="4000" dirty="0"/>
              <a:t>Leftover Link &gt; User Impact</a:t>
            </a:r>
            <a:endParaRPr lang="en-DK" sz="4000" dirty="0"/>
          </a:p>
        </p:txBody>
      </p:sp>
      <p:sp>
        <p:nvSpPr>
          <p:cNvPr id="12" name="Text Placeholder 11">
            <a:extLst>
              <a:ext uri="{FF2B5EF4-FFF2-40B4-BE49-F238E27FC236}">
                <a16:creationId xmlns:a16="http://schemas.microsoft.com/office/drawing/2014/main" id="{95DBDAEE-1500-43FA-1BF8-5B126C9ED90C}"/>
              </a:ext>
            </a:extLst>
          </p:cNvPr>
          <p:cNvSpPr>
            <a:spLocks noGrp="1"/>
          </p:cNvSpPr>
          <p:nvPr>
            <p:ph type="body" sz="quarter" idx="19"/>
          </p:nvPr>
        </p:nvSpPr>
        <p:spPr>
          <a:xfrm>
            <a:off x="407988" y="952500"/>
            <a:ext cx="11376025" cy="5629275"/>
          </a:xfrm>
          <a:ln>
            <a:noFill/>
          </a:ln>
        </p:spPr>
        <p:txBody>
          <a:bodyPr>
            <a:noAutofit/>
          </a:bodyPr>
          <a:lstStyle/>
          <a:p>
            <a:endParaRPr lang="en-US" sz="2800" dirty="0"/>
          </a:p>
          <a:p>
            <a:r>
              <a:rPr lang="en-US" sz="2800" dirty="0"/>
              <a:t>Mostly screen reader users.</a:t>
            </a:r>
          </a:p>
          <a:p>
            <a:r>
              <a:rPr lang="en-US" sz="2800" dirty="0"/>
              <a:t>Two types of Leftover Link:</a:t>
            </a:r>
          </a:p>
          <a:p>
            <a:pPr marL="971550" lvl="1" indent="-514350">
              <a:buFont typeface="+mj-lt"/>
              <a:buAutoNum type="arabicPeriod"/>
            </a:pPr>
            <a:r>
              <a:rPr lang="en-US" sz="2800" dirty="0"/>
              <a:t>“Misleading junk” leftover link (our example)</a:t>
            </a:r>
          </a:p>
          <a:p>
            <a:pPr marL="971550" lvl="1" indent="-514350">
              <a:buFont typeface="+mj-lt"/>
              <a:buAutoNum type="arabicPeriod"/>
            </a:pPr>
            <a:r>
              <a:rPr lang="en-US" sz="2800" dirty="0"/>
              <a:t>“Redundant” leftover link</a:t>
            </a:r>
          </a:p>
          <a:p>
            <a:pPr marL="0" indent="0">
              <a:buNone/>
            </a:pPr>
            <a:endParaRPr lang="en-US" sz="2800" dirty="0"/>
          </a:p>
        </p:txBody>
      </p:sp>
    </p:spTree>
    <p:extLst>
      <p:ext uri="{BB962C8B-B14F-4D97-AF65-F5344CB8AC3E}">
        <p14:creationId xmlns:p14="http://schemas.microsoft.com/office/powerpoint/2010/main" val="5172916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250"/>
                                        <p:tgtEl>
                                          <p:spTgt spid="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250"/>
                                        <p:tgtEl>
                                          <p:spTgt spid="12">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animEffect transition="in" filter="fade">
                                      <p:cBhvr>
                                        <p:cTn id="15" dur="250"/>
                                        <p:tgtEl>
                                          <p:spTgt spid="1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xEl>
                                              <p:pRg st="4" end="4"/>
                                            </p:txEl>
                                          </p:spTgt>
                                        </p:tgtEl>
                                        <p:attrNameLst>
                                          <p:attrName>style.visibility</p:attrName>
                                        </p:attrNameLst>
                                      </p:cBhvr>
                                      <p:to>
                                        <p:strVal val="visible"/>
                                      </p:to>
                                    </p:set>
                                    <p:animEffect transition="in" filter="fade">
                                      <p:cBhvr>
                                        <p:cTn id="20" dur="25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3A099-1253-AA4B-BE56-267F05BBFA93}"/>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2B49E9CB-246F-B170-0372-CBFF6B42221F}"/>
              </a:ext>
            </a:extLst>
          </p:cNvPr>
          <p:cNvSpPr>
            <a:spLocks noGrp="1"/>
          </p:cNvSpPr>
          <p:nvPr>
            <p:ph type="title"/>
          </p:nvPr>
        </p:nvSpPr>
        <p:spPr>
          <a:xfrm>
            <a:off x="407988" y="152401"/>
            <a:ext cx="11376025" cy="723900"/>
          </a:xfrm>
          <a:ln>
            <a:noFill/>
          </a:ln>
        </p:spPr>
        <p:txBody>
          <a:bodyPr>
            <a:normAutofit/>
          </a:bodyPr>
          <a:lstStyle/>
          <a:p>
            <a:r>
              <a:rPr lang="en-CA" sz="4000" dirty="0"/>
              <a:t>Leftover Link &gt; How To Fix</a:t>
            </a:r>
            <a:endParaRPr lang="en-DK" sz="4000" dirty="0"/>
          </a:p>
        </p:txBody>
      </p:sp>
      <p:sp>
        <p:nvSpPr>
          <p:cNvPr id="12" name="Text Placeholder 11">
            <a:extLst>
              <a:ext uri="{FF2B5EF4-FFF2-40B4-BE49-F238E27FC236}">
                <a16:creationId xmlns:a16="http://schemas.microsoft.com/office/drawing/2014/main" id="{6FCD8B0B-DA1B-0D9B-2C0B-4F3F353AFF8D}"/>
              </a:ext>
            </a:extLst>
          </p:cNvPr>
          <p:cNvSpPr>
            <a:spLocks noGrp="1"/>
          </p:cNvSpPr>
          <p:nvPr>
            <p:ph type="body" sz="quarter" idx="19"/>
          </p:nvPr>
        </p:nvSpPr>
        <p:spPr>
          <a:xfrm>
            <a:off x="407988" y="952500"/>
            <a:ext cx="11376025" cy="5629275"/>
          </a:xfrm>
          <a:ln>
            <a:noFill/>
          </a:ln>
        </p:spPr>
        <p:txBody>
          <a:bodyPr>
            <a:noAutofit/>
          </a:bodyPr>
          <a:lstStyle/>
          <a:p>
            <a:endParaRPr lang="en-US" sz="2800" dirty="0"/>
          </a:p>
          <a:p>
            <a:r>
              <a:rPr lang="en-US" sz="2800" dirty="0"/>
              <a:t>Delete them all.</a:t>
            </a:r>
          </a:p>
          <a:p>
            <a:r>
              <a:rPr lang="en-US" sz="2800" dirty="0"/>
              <a:t>Spread the word.</a:t>
            </a:r>
          </a:p>
          <a:p>
            <a:r>
              <a:rPr lang="en-US" sz="2800" dirty="0"/>
              <a:t>Many tools flag generic “link has no accessible name”</a:t>
            </a:r>
          </a:p>
          <a:p>
            <a:r>
              <a:rPr lang="en-US" sz="2800" dirty="0"/>
              <a:t>Only WAVE calls out “Empty Links” (mostly of which are “Leftover Links” AFAICS)</a:t>
            </a:r>
          </a:p>
          <a:p>
            <a:r>
              <a:rPr lang="en-US" sz="2800" dirty="0"/>
              <a:t>WAVE “Empty Link” = alarm bells.</a:t>
            </a:r>
          </a:p>
        </p:txBody>
      </p:sp>
    </p:spTree>
    <p:extLst>
      <p:ext uri="{BB962C8B-B14F-4D97-AF65-F5344CB8AC3E}">
        <p14:creationId xmlns:p14="http://schemas.microsoft.com/office/powerpoint/2010/main" val="21327012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250"/>
                                        <p:tgtEl>
                                          <p:spTgt spid="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25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animEffect transition="in" filter="fade">
                                      <p:cBhvr>
                                        <p:cTn id="17" dur="250"/>
                                        <p:tgtEl>
                                          <p:spTgt spid="1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4" end="4"/>
                                            </p:txEl>
                                          </p:spTgt>
                                        </p:tgtEl>
                                        <p:attrNameLst>
                                          <p:attrName>style.visibility</p:attrName>
                                        </p:attrNameLst>
                                      </p:cBhvr>
                                      <p:to>
                                        <p:strVal val="visible"/>
                                      </p:to>
                                    </p:set>
                                    <p:animEffect transition="in" filter="fade">
                                      <p:cBhvr>
                                        <p:cTn id="22" dur="250"/>
                                        <p:tgtEl>
                                          <p:spTgt spid="1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animEffect transition="in" filter="fade">
                                      <p:cBhvr>
                                        <p:cTn id="27" dur="25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AC1EC-A014-F4D9-66E1-1AEE0ED26955}"/>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362E2482-1FA9-7293-CD1C-5151A1D86B60}"/>
              </a:ext>
            </a:extLst>
          </p:cNvPr>
          <p:cNvSpPr>
            <a:spLocks noGrp="1"/>
          </p:cNvSpPr>
          <p:nvPr>
            <p:ph type="title"/>
          </p:nvPr>
        </p:nvSpPr>
        <p:spPr>
          <a:xfrm>
            <a:off x="407988" y="152401"/>
            <a:ext cx="11376025" cy="723900"/>
          </a:xfrm>
          <a:ln>
            <a:noFill/>
          </a:ln>
        </p:spPr>
        <p:txBody>
          <a:bodyPr>
            <a:normAutofit/>
          </a:bodyPr>
          <a:lstStyle/>
          <a:p>
            <a:r>
              <a:rPr lang="en-CA" sz="4000" dirty="0"/>
              <a:t>Leftover Link &gt; Documentation Elsewhere</a:t>
            </a:r>
            <a:endParaRPr lang="en-DK" sz="4000" dirty="0"/>
          </a:p>
        </p:txBody>
      </p:sp>
      <p:sp>
        <p:nvSpPr>
          <p:cNvPr id="12" name="Text Placeholder 11">
            <a:extLst>
              <a:ext uri="{FF2B5EF4-FFF2-40B4-BE49-F238E27FC236}">
                <a16:creationId xmlns:a16="http://schemas.microsoft.com/office/drawing/2014/main" id="{FA31041C-B145-3514-D5BF-25CA95924EE2}"/>
              </a:ext>
            </a:extLst>
          </p:cNvPr>
          <p:cNvSpPr>
            <a:spLocks noGrp="1"/>
          </p:cNvSpPr>
          <p:nvPr>
            <p:ph type="body" sz="quarter" idx="19"/>
          </p:nvPr>
        </p:nvSpPr>
        <p:spPr>
          <a:xfrm>
            <a:off x="407989" y="1619250"/>
            <a:ext cx="11250612" cy="4962525"/>
          </a:xfrm>
          <a:ln>
            <a:noFill/>
          </a:ln>
        </p:spPr>
        <p:txBody>
          <a:bodyPr>
            <a:noAutofit/>
          </a:bodyPr>
          <a:lstStyle/>
          <a:p>
            <a:r>
              <a:rPr lang="en-US" sz="2800" dirty="0" err="1"/>
              <a:t>WebAIM</a:t>
            </a:r>
            <a:r>
              <a:rPr lang="en-US" sz="2800" dirty="0"/>
              <a:t> Million: specific “Empty Link”</a:t>
            </a:r>
          </a:p>
          <a:p>
            <a:pPr lvl="1"/>
            <a:r>
              <a:rPr lang="en-US" sz="2800" dirty="0"/>
              <a:t>46.3% of pages have 1+ empty links.</a:t>
            </a:r>
          </a:p>
          <a:p>
            <a:r>
              <a:rPr lang="en-US" sz="2800" dirty="0"/>
              <a:t>Web Almanac: the more generic “link has no accessible name” </a:t>
            </a:r>
          </a:p>
          <a:p>
            <a:pPr lvl="1"/>
            <a:r>
              <a:rPr lang="en-US" sz="2800" dirty="0"/>
              <a:t>(axe rule ID = “link-name”)</a:t>
            </a:r>
          </a:p>
          <a:p>
            <a:r>
              <a:rPr lang="en-US" sz="2800" dirty="0"/>
              <a:t>Other online commentary:</a:t>
            </a:r>
          </a:p>
          <a:p>
            <a:pPr lvl="1"/>
            <a:r>
              <a:rPr lang="en-US" sz="2800" dirty="0"/>
              <a:t>On the WYSIWYG cause, advice to delete: I found some.</a:t>
            </a:r>
          </a:p>
          <a:p>
            <a:pPr lvl="1"/>
            <a:r>
              <a:rPr lang="en-US" sz="2800" dirty="0"/>
              <a:t>On the “out-of-date” aspect (= misleading junk, unique user harm): I found none.</a:t>
            </a:r>
          </a:p>
          <a:p>
            <a:endParaRPr lang="en-US" sz="2800" dirty="0"/>
          </a:p>
        </p:txBody>
      </p:sp>
    </p:spTree>
    <p:extLst>
      <p:ext uri="{BB962C8B-B14F-4D97-AF65-F5344CB8AC3E}">
        <p14:creationId xmlns:p14="http://schemas.microsoft.com/office/powerpoint/2010/main" val="21176977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1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249"/>
                                          </p:stCondLst>
                                        </p:cTn>
                                        <p:tgtEl>
                                          <p:spTgt spid="1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249"/>
                                          </p:stCondLst>
                                        </p:cTn>
                                        <p:tgtEl>
                                          <p:spTgt spid="1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249"/>
                                          </p:stCondLst>
                                        </p:cTn>
                                        <p:tgtEl>
                                          <p:spTgt spid="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249"/>
                                          </p:stCondLst>
                                        </p:cTn>
                                        <p:tgtEl>
                                          <p:spTgt spid="1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249"/>
                                          </p:stCondLst>
                                        </p:cTn>
                                        <p:tgtEl>
                                          <p:spTgt spid="1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249"/>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DDFA5-682E-66EB-6314-0BE9613E849A}"/>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051EB7EC-533C-F6D6-5745-D2C2C1BBB88E}"/>
              </a:ext>
            </a:extLst>
          </p:cNvPr>
          <p:cNvSpPr>
            <a:spLocks noGrp="1"/>
          </p:cNvSpPr>
          <p:nvPr>
            <p:ph type="title"/>
          </p:nvPr>
        </p:nvSpPr>
        <p:spPr>
          <a:xfrm>
            <a:off x="407988" y="152401"/>
            <a:ext cx="11376025" cy="723900"/>
          </a:xfrm>
          <a:ln>
            <a:noFill/>
          </a:ln>
        </p:spPr>
        <p:txBody>
          <a:bodyPr>
            <a:normAutofit/>
          </a:bodyPr>
          <a:lstStyle/>
          <a:p>
            <a:r>
              <a:rPr lang="en-CA" sz="4000" dirty="0"/>
              <a:t>Leftover Link &gt; My Manual Check</a:t>
            </a:r>
            <a:endParaRPr lang="en-DK" sz="4000" dirty="0"/>
          </a:p>
        </p:txBody>
      </p:sp>
      <p:sp>
        <p:nvSpPr>
          <p:cNvPr id="12" name="Text Placeholder 11">
            <a:extLst>
              <a:ext uri="{FF2B5EF4-FFF2-40B4-BE49-F238E27FC236}">
                <a16:creationId xmlns:a16="http://schemas.microsoft.com/office/drawing/2014/main" id="{66AD6C91-D3B6-CEEE-5BAC-528E9155FEDA}"/>
              </a:ext>
            </a:extLst>
          </p:cNvPr>
          <p:cNvSpPr>
            <a:spLocks noGrp="1"/>
          </p:cNvSpPr>
          <p:nvPr>
            <p:ph type="body" sz="quarter" idx="19"/>
          </p:nvPr>
        </p:nvSpPr>
        <p:spPr>
          <a:xfrm>
            <a:off x="407988" y="1299411"/>
            <a:ext cx="11376025" cy="5282364"/>
          </a:xfrm>
          <a:ln>
            <a:noFill/>
          </a:ln>
        </p:spPr>
        <p:txBody>
          <a:bodyPr>
            <a:noAutofit/>
          </a:bodyPr>
          <a:lstStyle/>
          <a:p>
            <a:r>
              <a:rPr lang="en-US" sz="2800" dirty="0"/>
              <a:t>I checked 50.  </a:t>
            </a:r>
          </a:p>
          <a:p>
            <a:r>
              <a:rPr lang="en-US" sz="2800" dirty="0"/>
              <a:t>12/50 were the “misleading junk” type (= either broken links, or clearly outdated and incorrect) </a:t>
            </a:r>
          </a:p>
          <a:p>
            <a:r>
              <a:rPr lang="en-US" sz="2800" dirty="0">
                <a:sym typeface="Wingdings" panose="05000000000000000000" pitchFamily="2" charset="2"/>
              </a:rPr>
              <a:t>12/50 = </a:t>
            </a:r>
            <a:r>
              <a:rPr lang="en-US" sz="2800" b="1" dirty="0">
                <a:sym typeface="Wingdings" panose="05000000000000000000" pitchFamily="2" charset="2"/>
              </a:rPr>
              <a:t>24%</a:t>
            </a:r>
            <a:endParaRPr lang="en-US" sz="2800" dirty="0">
              <a:sym typeface="Wingdings" panose="05000000000000000000" pitchFamily="2" charset="2"/>
            </a:endParaRPr>
          </a:p>
          <a:p>
            <a:r>
              <a:rPr lang="en-US" sz="2800" dirty="0" err="1">
                <a:sym typeface="Wingdings" panose="05000000000000000000" pitchFamily="2" charset="2"/>
              </a:rPr>
              <a:t>WebAIM</a:t>
            </a:r>
            <a:r>
              <a:rPr lang="en-US" sz="2800" dirty="0">
                <a:sym typeface="Wingdings" panose="05000000000000000000" pitchFamily="2" charset="2"/>
              </a:rPr>
              <a:t> Million’s 46.3%, combined with my dataset’s 24% </a:t>
            </a:r>
          </a:p>
          <a:p>
            <a:pPr marL="457200" lvl="1" indent="0">
              <a:buNone/>
            </a:pPr>
            <a:r>
              <a:rPr lang="en-US" sz="2800" dirty="0">
                <a:sym typeface="Wingdings" panose="05000000000000000000" pitchFamily="2" charset="2"/>
              </a:rPr>
              <a:t> </a:t>
            </a:r>
            <a:r>
              <a:rPr lang="en-US" sz="2800" b="1" dirty="0">
                <a:sym typeface="Wingdings" panose="05000000000000000000" pitchFamily="2" charset="2"/>
              </a:rPr>
              <a:t>“a lot” </a:t>
            </a:r>
          </a:p>
          <a:p>
            <a:pPr marL="457200" lvl="1" indent="0">
              <a:buNone/>
            </a:pPr>
            <a:r>
              <a:rPr lang="en-US" sz="2800" b="1" dirty="0">
                <a:sym typeface="Wingdings" panose="05000000000000000000" pitchFamily="2" charset="2"/>
              </a:rPr>
              <a:t>… </a:t>
            </a:r>
            <a:r>
              <a:rPr lang="en-US" sz="2800" dirty="0">
                <a:sym typeface="Wingdings" panose="05000000000000000000" pitchFamily="2" charset="2"/>
              </a:rPr>
              <a:t>of pages contain 1+ of the “misleading junk” type of leftover links.</a:t>
            </a:r>
          </a:p>
          <a:p>
            <a:pPr marL="457200" lvl="1" indent="0">
              <a:buNone/>
            </a:pPr>
            <a:endParaRPr lang="en-US" sz="2800" b="1" dirty="0">
              <a:sym typeface="Wingdings" panose="05000000000000000000" pitchFamily="2" charset="2"/>
            </a:endParaRPr>
          </a:p>
        </p:txBody>
      </p:sp>
    </p:spTree>
    <p:extLst>
      <p:ext uri="{BB962C8B-B14F-4D97-AF65-F5344CB8AC3E}">
        <p14:creationId xmlns:p14="http://schemas.microsoft.com/office/powerpoint/2010/main" val="37172478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249"/>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249"/>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249"/>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249"/>
                                          </p:stCondLst>
                                        </p:cTn>
                                        <p:tgtEl>
                                          <p:spTgt spid="12">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249"/>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44ADA-20B2-624A-03BB-B5E47ECA2310}"/>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A87D4BF9-A2FB-4818-A7BE-D63B6941DD7B}"/>
              </a:ext>
            </a:extLst>
          </p:cNvPr>
          <p:cNvSpPr>
            <a:spLocks noGrp="1"/>
          </p:cNvSpPr>
          <p:nvPr>
            <p:ph type="title"/>
          </p:nvPr>
        </p:nvSpPr>
        <p:spPr>
          <a:xfrm>
            <a:off x="407988" y="152401"/>
            <a:ext cx="11376025" cy="723900"/>
          </a:xfrm>
          <a:ln>
            <a:noFill/>
          </a:ln>
        </p:spPr>
        <p:txBody>
          <a:bodyPr>
            <a:normAutofit/>
          </a:bodyPr>
          <a:lstStyle/>
          <a:p>
            <a:r>
              <a:rPr lang="en-CA" sz="4000" dirty="0"/>
              <a:t>Leftover Link &gt; Colleague Anecdote</a:t>
            </a:r>
            <a:endParaRPr lang="en-DK" sz="4000" dirty="0"/>
          </a:p>
        </p:txBody>
      </p:sp>
      <p:sp>
        <p:nvSpPr>
          <p:cNvPr id="12" name="Text Placeholder 11">
            <a:extLst>
              <a:ext uri="{FF2B5EF4-FFF2-40B4-BE49-F238E27FC236}">
                <a16:creationId xmlns:a16="http://schemas.microsoft.com/office/drawing/2014/main" id="{9594AADD-D95F-5A35-289B-B23E3D47FF33}"/>
              </a:ext>
            </a:extLst>
          </p:cNvPr>
          <p:cNvSpPr>
            <a:spLocks noGrp="1"/>
          </p:cNvSpPr>
          <p:nvPr>
            <p:ph type="body" sz="quarter" idx="19"/>
          </p:nvPr>
        </p:nvSpPr>
        <p:spPr>
          <a:xfrm>
            <a:off x="407988" y="952500"/>
            <a:ext cx="11376025" cy="5629275"/>
          </a:xfrm>
          <a:ln>
            <a:noFill/>
          </a:ln>
        </p:spPr>
        <p:txBody>
          <a:bodyPr>
            <a:noAutofit/>
          </a:bodyPr>
          <a:lstStyle/>
          <a:p>
            <a:pPr lvl="1"/>
            <a:endParaRPr lang="en-US" sz="2800" b="1" dirty="0">
              <a:sym typeface="Wingdings" panose="05000000000000000000" pitchFamily="2" charset="2"/>
            </a:endParaRPr>
          </a:p>
          <a:p>
            <a:pPr lvl="1"/>
            <a:endParaRPr lang="en-US" sz="2800" b="1" dirty="0">
              <a:sym typeface="Wingdings" panose="05000000000000000000" pitchFamily="2" charset="2"/>
            </a:endParaRPr>
          </a:p>
          <a:p>
            <a:r>
              <a:rPr lang="en-US" sz="3000" dirty="0">
                <a:sym typeface="Wingdings" panose="05000000000000000000" pitchFamily="2" charset="2"/>
              </a:rPr>
              <a:t>Colleague didn’t notice any difference (leftover vs. non-leftover)</a:t>
            </a:r>
            <a:endParaRPr lang="en-US" sz="3000" dirty="0"/>
          </a:p>
        </p:txBody>
      </p:sp>
    </p:spTree>
    <p:extLst>
      <p:ext uri="{BB962C8B-B14F-4D97-AF65-F5344CB8AC3E}">
        <p14:creationId xmlns:p14="http://schemas.microsoft.com/office/powerpoint/2010/main" val="4028875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35ADA-EEF4-8255-6FBE-F12CC25CAC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025C2-371A-5715-1AAF-54936A551BC8}"/>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Blank slide 2</a:t>
            </a:r>
          </a:p>
        </p:txBody>
      </p:sp>
    </p:spTree>
    <p:extLst>
      <p:ext uri="{BB962C8B-B14F-4D97-AF65-F5344CB8AC3E}">
        <p14:creationId xmlns:p14="http://schemas.microsoft.com/office/powerpoint/2010/main" val="30895462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91DCF-A6EB-B178-5FA4-87785F4BF6A5}"/>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58047246-6256-C5E8-4F0A-855C8E0EA35A}"/>
              </a:ext>
            </a:extLst>
          </p:cNvPr>
          <p:cNvSpPr>
            <a:spLocks noGrp="1"/>
          </p:cNvSpPr>
          <p:nvPr>
            <p:ph type="title"/>
          </p:nvPr>
        </p:nvSpPr>
        <p:spPr>
          <a:xfrm>
            <a:off x="407988" y="152401"/>
            <a:ext cx="11376025" cy="723900"/>
          </a:xfrm>
          <a:ln>
            <a:noFill/>
          </a:ln>
        </p:spPr>
        <p:txBody>
          <a:bodyPr>
            <a:normAutofit fontScale="90000"/>
          </a:bodyPr>
          <a:lstStyle/>
          <a:p>
            <a:r>
              <a:rPr lang="en-CA" sz="4000" dirty="0"/>
              <a:t>Mistake 2 of 5: </a:t>
            </a:r>
            <a:r>
              <a:rPr lang="en-US" sz="4000" dirty="0"/>
              <a:t>Heading Used </a:t>
            </a:r>
            <a:r>
              <a:rPr lang="en-US" sz="4000" i="1" dirty="0"/>
              <a:t>Only</a:t>
            </a:r>
            <a:r>
              <a:rPr lang="en-US" sz="4000" dirty="0"/>
              <a:t> For Visual Effect</a:t>
            </a:r>
            <a:endParaRPr lang="en-DK" sz="4000" dirty="0"/>
          </a:p>
        </p:txBody>
      </p:sp>
    </p:spTree>
    <p:extLst>
      <p:ext uri="{BB962C8B-B14F-4D97-AF65-F5344CB8AC3E}">
        <p14:creationId xmlns:p14="http://schemas.microsoft.com/office/powerpoint/2010/main" val="123201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177EE-690E-240C-14C1-7F7ACD1730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3A16C8-1F05-B109-A44D-FE710E21BD7D}"/>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Sloth 1</a:t>
            </a:r>
          </a:p>
        </p:txBody>
      </p:sp>
      <p:pic>
        <p:nvPicPr>
          <p:cNvPr id="3" name="Picture 2" descr="A sloth on a green railing">
            <a:extLst>
              <a:ext uri="{FF2B5EF4-FFF2-40B4-BE49-F238E27FC236}">
                <a16:creationId xmlns:a16="http://schemas.microsoft.com/office/drawing/2014/main" id="{7C4E69F1-10BB-8605-0133-014F75C4FE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9438" y="282161"/>
            <a:ext cx="4058265" cy="6087398"/>
          </a:xfrm>
          <a:prstGeom prst="rect">
            <a:avLst/>
          </a:prstGeom>
        </p:spPr>
      </p:pic>
    </p:spTree>
    <p:extLst>
      <p:ext uri="{BB962C8B-B14F-4D97-AF65-F5344CB8AC3E}">
        <p14:creationId xmlns:p14="http://schemas.microsoft.com/office/powerpoint/2010/main" val="27207696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24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0D581-E9CA-5D77-323D-D26528E920C5}"/>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B87AB10B-3513-4055-A520-9DECA69E0822}"/>
              </a:ext>
            </a:extLst>
          </p:cNvPr>
          <p:cNvSpPr>
            <a:spLocks noGrp="1"/>
          </p:cNvSpPr>
          <p:nvPr>
            <p:ph type="title"/>
          </p:nvPr>
        </p:nvSpPr>
        <p:spPr>
          <a:xfrm>
            <a:off x="407988" y="152400"/>
            <a:ext cx="11376025" cy="1485899"/>
          </a:xfrm>
          <a:ln>
            <a:noFill/>
          </a:ln>
        </p:spPr>
        <p:txBody>
          <a:bodyPr>
            <a:normAutofit/>
          </a:bodyPr>
          <a:lstStyle/>
          <a:p>
            <a:r>
              <a:rPr lang="en-US" sz="4000" dirty="0"/>
              <a:t>Heading Used </a:t>
            </a:r>
            <a:r>
              <a:rPr lang="en-US" sz="4000" i="1" dirty="0"/>
              <a:t>Only</a:t>
            </a:r>
            <a:r>
              <a:rPr lang="en-US" sz="4000" dirty="0"/>
              <a:t> For Visual Effect </a:t>
            </a:r>
            <a:br>
              <a:rPr lang="en-US" sz="4000" dirty="0"/>
            </a:br>
            <a:r>
              <a:rPr lang="en-CA" sz="4000" dirty="0"/>
              <a:t>&gt;</a:t>
            </a:r>
            <a:r>
              <a:rPr lang="en-US" sz="4000" dirty="0"/>
              <a:t> In The Dataset</a:t>
            </a:r>
            <a:endParaRPr lang="en-DK" sz="4000" dirty="0"/>
          </a:p>
        </p:txBody>
      </p:sp>
      <p:sp>
        <p:nvSpPr>
          <p:cNvPr id="12" name="Text Placeholder 11">
            <a:extLst>
              <a:ext uri="{FF2B5EF4-FFF2-40B4-BE49-F238E27FC236}">
                <a16:creationId xmlns:a16="http://schemas.microsoft.com/office/drawing/2014/main" id="{41744E70-0CCC-3D21-5985-4A2CF4CC1245}"/>
              </a:ext>
            </a:extLst>
          </p:cNvPr>
          <p:cNvSpPr>
            <a:spLocks noGrp="1"/>
          </p:cNvSpPr>
          <p:nvPr>
            <p:ph type="body" sz="quarter" idx="19"/>
          </p:nvPr>
        </p:nvSpPr>
        <p:spPr>
          <a:xfrm>
            <a:off x="407988" y="952500"/>
            <a:ext cx="11376025" cy="5629275"/>
          </a:xfrm>
          <a:ln>
            <a:noFill/>
          </a:ln>
        </p:spPr>
        <p:txBody>
          <a:bodyPr>
            <a:noAutofit/>
          </a:bodyPr>
          <a:lstStyle/>
          <a:p>
            <a:pPr marL="0" indent="0">
              <a:lnSpc>
                <a:spcPct val="150000"/>
              </a:lnSpc>
              <a:buNone/>
            </a:pPr>
            <a:endParaRPr lang="en-US" sz="2800" b="1" dirty="0"/>
          </a:p>
          <a:p>
            <a:pPr marL="0" indent="0">
              <a:lnSpc>
                <a:spcPct val="150000"/>
              </a:lnSpc>
              <a:buNone/>
            </a:pPr>
            <a:endParaRPr lang="en-US" sz="2800" b="1" dirty="0"/>
          </a:p>
          <a:p>
            <a:pPr marL="0" indent="0">
              <a:lnSpc>
                <a:spcPct val="150000"/>
              </a:lnSpc>
              <a:buNone/>
            </a:pPr>
            <a:r>
              <a:rPr lang="en-US" sz="2800" b="1" dirty="0"/>
              <a:t>Automated check said</a:t>
            </a:r>
            <a:r>
              <a:rPr lang="en-US" sz="2800" dirty="0"/>
              <a:t>: “Content missing after heading”</a:t>
            </a:r>
          </a:p>
          <a:p>
            <a:pPr marL="0" indent="0">
              <a:lnSpc>
                <a:spcPct val="150000"/>
              </a:lnSpc>
              <a:buNone/>
            </a:pPr>
            <a:r>
              <a:rPr lang="en-US" sz="2800" b="1" dirty="0"/>
              <a:t>Consultant wrote</a:t>
            </a:r>
            <a:r>
              <a:rPr lang="en-US" sz="2800" dirty="0"/>
              <a:t>: “This check is flagging the fact that there is no text between the “$10” heading and the “Drill“ heading, and they both have the same heading level (h2).” </a:t>
            </a:r>
          </a:p>
          <a:p>
            <a:pPr marL="0" indent="0">
              <a:lnSpc>
                <a:spcPct val="150000"/>
              </a:lnSpc>
              <a:buNone/>
            </a:pPr>
            <a:r>
              <a:rPr lang="en-US" sz="2800" dirty="0"/>
              <a:t>(continues…) </a:t>
            </a:r>
          </a:p>
        </p:txBody>
      </p:sp>
    </p:spTree>
    <p:extLst>
      <p:ext uri="{BB962C8B-B14F-4D97-AF65-F5344CB8AC3E}">
        <p14:creationId xmlns:p14="http://schemas.microsoft.com/office/powerpoint/2010/main" val="14764057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C21F7-E0F5-1FCC-DD87-9ECC3FBAE7CD}"/>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7485E157-237A-68A4-05E2-95F19D8E6B7E}"/>
              </a:ext>
            </a:extLst>
          </p:cNvPr>
          <p:cNvSpPr>
            <a:spLocks noGrp="1"/>
          </p:cNvSpPr>
          <p:nvPr>
            <p:ph type="title"/>
          </p:nvPr>
        </p:nvSpPr>
        <p:spPr>
          <a:xfrm>
            <a:off x="407988" y="152401"/>
            <a:ext cx="11376025" cy="723900"/>
          </a:xfrm>
          <a:ln>
            <a:noFill/>
          </a:ln>
        </p:spPr>
        <p:txBody>
          <a:bodyPr>
            <a:normAutofit fontScale="90000"/>
          </a:bodyPr>
          <a:lstStyle/>
          <a:p>
            <a:r>
              <a:rPr lang="en-US" sz="4000" dirty="0"/>
              <a:t>Heading Used </a:t>
            </a:r>
            <a:r>
              <a:rPr lang="en-US" sz="4000" i="1" dirty="0"/>
              <a:t>Only</a:t>
            </a:r>
            <a:r>
              <a:rPr lang="en-US" sz="4000" dirty="0"/>
              <a:t> For Visual Effect</a:t>
            </a:r>
            <a:br>
              <a:rPr lang="en-US" sz="4000" dirty="0"/>
            </a:br>
            <a:r>
              <a:rPr lang="en-CA" sz="4000" dirty="0"/>
              <a:t>&gt;</a:t>
            </a:r>
            <a:r>
              <a:rPr lang="en-US" sz="4000" dirty="0"/>
              <a:t> Consultant Wrote (Continued)</a:t>
            </a:r>
            <a:endParaRPr lang="en-DK" sz="4000" dirty="0"/>
          </a:p>
        </p:txBody>
      </p:sp>
      <p:sp>
        <p:nvSpPr>
          <p:cNvPr id="12" name="Text Placeholder 11">
            <a:extLst>
              <a:ext uri="{FF2B5EF4-FFF2-40B4-BE49-F238E27FC236}">
                <a16:creationId xmlns:a16="http://schemas.microsoft.com/office/drawing/2014/main" id="{71A62419-427B-B142-DFBB-F1985E347D7F}"/>
              </a:ext>
            </a:extLst>
          </p:cNvPr>
          <p:cNvSpPr>
            <a:spLocks noGrp="1"/>
          </p:cNvSpPr>
          <p:nvPr>
            <p:ph type="body" sz="quarter" idx="19"/>
          </p:nvPr>
        </p:nvSpPr>
        <p:spPr>
          <a:xfrm>
            <a:off x="407988" y="1587500"/>
            <a:ext cx="11376025" cy="4994275"/>
          </a:xfrm>
          <a:ln>
            <a:noFill/>
          </a:ln>
        </p:spPr>
        <p:txBody>
          <a:bodyPr>
            <a:noAutofit/>
          </a:bodyPr>
          <a:lstStyle/>
          <a:p>
            <a:pPr marL="0" indent="0">
              <a:lnSpc>
                <a:spcPct val="125000"/>
              </a:lnSpc>
              <a:buNone/>
            </a:pPr>
            <a:r>
              <a:rPr lang="en-US" sz="2800" dirty="0"/>
              <a:t>“This rule is failing because the author of this page used heading tags to achieve visual emphasis on the first heading.  That is contrary to how headings are meant to be used in HTML.  Headings in HTML are meant to be used the same way they're used in a table of contents or a print newspaper: to give a title to the section of content which follows the heading.  That proper use of headings enables a popular feature of screen readers: "jump to next heading", which the screen reader user can use to both move around the page and get an overview of the page.” (continues…)</a:t>
            </a:r>
          </a:p>
        </p:txBody>
      </p:sp>
    </p:spTree>
    <p:extLst>
      <p:ext uri="{BB962C8B-B14F-4D97-AF65-F5344CB8AC3E}">
        <p14:creationId xmlns:p14="http://schemas.microsoft.com/office/powerpoint/2010/main" val="16411544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2E9EC-1C75-C150-924C-2E1BFF47B9B9}"/>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69F2F51C-1D4D-3B89-865C-F4E4600525D7}"/>
              </a:ext>
            </a:extLst>
          </p:cNvPr>
          <p:cNvSpPr>
            <a:spLocks noGrp="1"/>
          </p:cNvSpPr>
          <p:nvPr>
            <p:ph type="title"/>
          </p:nvPr>
        </p:nvSpPr>
        <p:spPr>
          <a:xfrm>
            <a:off x="407988" y="152401"/>
            <a:ext cx="11376025" cy="723900"/>
          </a:xfrm>
          <a:ln>
            <a:noFill/>
          </a:ln>
        </p:spPr>
        <p:txBody>
          <a:bodyPr>
            <a:normAutofit fontScale="90000"/>
          </a:bodyPr>
          <a:lstStyle/>
          <a:p>
            <a:r>
              <a:rPr lang="en-US" sz="4000" dirty="0"/>
              <a:t>Heading Used </a:t>
            </a:r>
            <a:r>
              <a:rPr lang="en-US" sz="4000" i="1" dirty="0"/>
              <a:t>Only</a:t>
            </a:r>
            <a:r>
              <a:rPr lang="en-US" sz="4000" dirty="0"/>
              <a:t> For Visual Effect</a:t>
            </a:r>
            <a:br>
              <a:rPr lang="en-US" sz="4000" dirty="0"/>
            </a:br>
            <a:r>
              <a:rPr lang="en-CA" sz="4000" dirty="0"/>
              <a:t>&gt;</a:t>
            </a:r>
            <a:r>
              <a:rPr lang="en-US" sz="4000" dirty="0"/>
              <a:t> Consultant Wrote (Continued More)</a:t>
            </a:r>
            <a:endParaRPr lang="en-DK" sz="4000" dirty="0"/>
          </a:p>
        </p:txBody>
      </p:sp>
      <p:sp>
        <p:nvSpPr>
          <p:cNvPr id="12" name="Text Placeholder 11">
            <a:extLst>
              <a:ext uri="{FF2B5EF4-FFF2-40B4-BE49-F238E27FC236}">
                <a16:creationId xmlns:a16="http://schemas.microsoft.com/office/drawing/2014/main" id="{E6AA07B4-DBCE-5406-D219-41E34E42EFCB}"/>
              </a:ext>
            </a:extLst>
          </p:cNvPr>
          <p:cNvSpPr>
            <a:spLocks noGrp="1"/>
          </p:cNvSpPr>
          <p:nvPr>
            <p:ph type="body" sz="quarter" idx="19"/>
          </p:nvPr>
        </p:nvSpPr>
        <p:spPr>
          <a:xfrm>
            <a:off x="407988" y="1943100"/>
            <a:ext cx="11376025" cy="4638675"/>
          </a:xfrm>
          <a:ln>
            <a:noFill/>
          </a:ln>
        </p:spPr>
        <p:txBody>
          <a:bodyPr>
            <a:noAutofit/>
          </a:bodyPr>
          <a:lstStyle/>
          <a:p>
            <a:pPr marL="0" indent="0">
              <a:lnSpc>
                <a:spcPct val="150000"/>
              </a:lnSpc>
              <a:buNone/>
            </a:pPr>
            <a:r>
              <a:rPr lang="en-US" sz="2800" dirty="0"/>
              <a:t>“Both of those techniques will be rendered ineffective if the web author improperly uses a heading for visual emphasis, and that is the case here.</a:t>
            </a:r>
          </a:p>
          <a:p>
            <a:pPr marL="0" indent="0">
              <a:lnSpc>
                <a:spcPct val="150000"/>
              </a:lnSpc>
              <a:buNone/>
            </a:pPr>
            <a:r>
              <a:rPr lang="en-US" sz="2800" dirty="0"/>
              <a:t>To fix this: remove the heading tags so that the prices (“$10”, “$100”, etc.) aren’t headings any more.  Then (optionally) adjust the font size and boldness via CSS to make this text look like it does now.”</a:t>
            </a:r>
          </a:p>
        </p:txBody>
      </p:sp>
    </p:spTree>
    <p:extLst>
      <p:ext uri="{BB962C8B-B14F-4D97-AF65-F5344CB8AC3E}">
        <p14:creationId xmlns:p14="http://schemas.microsoft.com/office/powerpoint/2010/main" val="22793541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0">
            <a:extLst>
              <a:ext uri="{FF2B5EF4-FFF2-40B4-BE49-F238E27FC236}">
                <a16:creationId xmlns:a16="http://schemas.microsoft.com/office/drawing/2014/main" id="{1C884F4C-6575-CE62-CFF4-A9106ADA59D0}"/>
              </a:ext>
            </a:extLst>
          </p:cNvPr>
          <p:cNvSpPr>
            <a:spLocks noGrp="1"/>
          </p:cNvSpPr>
          <p:nvPr>
            <p:ph type="title"/>
          </p:nvPr>
        </p:nvSpPr>
        <p:spPr>
          <a:xfrm>
            <a:off x="407988" y="73153"/>
            <a:ext cx="11784012" cy="1316736"/>
          </a:xfrm>
          <a:ln>
            <a:noFill/>
          </a:ln>
        </p:spPr>
        <p:txBody>
          <a:bodyPr>
            <a:normAutofit/>
          </a:bodyPr>
          <a:lstStyle/>
          <a:p>
            <a:r>
              <a:rPr lang="en-US" sz="3600" dirty="0"/>
              <a:t>Heading Used </a:t>
            </a:r>
            <a:r>
              <a:rPr lang="en-US" sz="3600" i="1" dirty="0"/>
              <a:t>Only</a:t>
            </a:r>
            <a:r>
              <a:rPr lang="en-US" sz="3600" dirty="0"/>
              <a:t> For Visual Effect &gt; Example Page</a:t>
            </a:r>
            <a:endParaRPr lang="en-DK" sz="3600" dirty="0"/>
          </a:p>
        </p:txBody>
      </p:sp>
      <p:pic>
        <p:nvPicPr>
          <p:cNvPr id="3" name="Picture 2" descr="demo page.  shows a hammer for $10 and a drill for $10.  with a grey box around each.">
            <a:extLst>
              <a:ext uri="{FF2B5EF4-FFF2-40B4-BE49-F238E27FC236}">
                <a16:creationId xmlns:a16="http://schemas.microsoft.com/office/drawing/2014/main" id="{05D79E14-EDEC-5121-A0F4-880505F6F43F}"/>
              </a:ext>
            </a:extLst>
          </p:cNvPr>
          <p:cNvPicPr>
            <a:picLocks noChangeAspect="1"/>
          </p:cNvPicPr>
          <p:nvPr/>
        </p:nvPicPr>
        <p:blipFill>
          <a:blip r:embed="rId2"/>
          <a:stretch>
            <a:fillRect/>
          </a:stretch>
        </p:blipFill>
        <p:spPr>
          <a:xfrm>
            <a:off x="1466850" y="742494"/>
            <a:ext cx="3782235" cy="5658305"/>
          </a:xfrm>
          <a:prstGeom prst="rect">
            <a:avLst/>
          </a:prstGeom>
        </p:spPr>
      </p:pic>
      <p:pic>
        <p:nvPicPr>
          <p:cNvPr id="8" name="Picture 7" descr="same demo page with a separate h2 heading around each piece of text: hammer, $10, drill, and $100.">
            <a:extLst>
              <a:ext uri="{FF2B5EF4-FFF2-40B4-BE49-F238E27FC236}">
                <a16:creationId xmlns:a16="http://schemas.microsoft.com/office/drawing/2014/main" id="{88927CF7-9EA2-1C81-9926-0CAC4E46F01A}"/>
              </a:ext>
            </a:extLst>
          </p:cNvPr>
          <p:cNvPicPr>
            <a:picLocks noChangeAspect="1"/>
          </p:cNvPicPr>
          <p:nvPr/>
        </p:nvPicPr>
        <p:blipFill>
          <a:blip r:embed="rId3"/>
          <a:stretch>
            <a:fillRect/>
          </a:stretch>
        </p:blipFill>
        <p:spPr>
          <a:xfrm>
            <a:off x="6294579" y="742494"/>
            <a:ext cx="3782235" cy="5658305"/>
          </a:xfrm>
          <a:prstGeom prst="rect">
            <a:avLst/>
          </a:prstGeom>
        </p:spPr>
      </p:pic>
    </p:spTree>
    <p:extLst>
      <p:ext uri="{BB962C8B-B14F-4D97-AF65-F5344CB8AC3E}">
        <p14:creationId xmlns:p14="http://schemas.microsoft.com/office/powerpoint/2010/main" val="20665843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24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24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FC81B-9CF9-4181-9EC3-E457F4665EB5}"/>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5B8814BA-1AE2-ED8F-429B-4FAB9347F44A}"/>
              </a:ext>
            </a:extLst>
          </p:cNvPr>
          <p:cNvSpPr>
            <a:spLocks noGrp="1"/>
          </p:cNvSpPr>
          <p:nvPr>
            <p:ph type="title"/>
          </p:nvPr>
        </p:nvSpPr>
        <p:spPr>
          <a:xfrm>
            <a:off x="407989" y="152401"/>
            <a:ext cx="8206622" cy="723900"/>
          </a:xfrm>
          <a:ln>
            <a:noFill/>
          </a:ln>
        </p:spPr>
        <p:txBody>
          <a:bodyPr>
            <a:noAutofit/>
          </a:bodyPr>
          <a:lstStyle/>
          <a:p>
            <a:r>
              <a:rPr lang="en-US" sz="4000" dirty="0"/>
              <a:t>Heading Used </a:t>
            </a:r>
            <a:r>
              <a:rPr lang="en-US" sz="4000" i="1" dirty="0"/>
              <a:t>Only</a:t>
            </a:r>
            <a:r>
              <a:rPr lang="en-US" sz="4000" dirty="0"/>
              <a:t> For Visual Effect </a:t>
            </a:r>
            <a:r>
              <a:rPr lang="en-CA" sz="4000" dirty="0"/>
              <a:t>&gt; Page Author Side</a:t>
            </a:r>
            <a:endParaRPr lang="en-DK" sz="4000" dirty="0"/>
          </a:p>
        </p:txBody>
      </p:sp>
      <p:sp>
        <p:nvSpPr>
          <p:cNvPr id="12" name="Text Placeholder 11">
            <a:extLst>
              <a:ext uri="{FF2B5EF4-FFF2-40B4-BE49-F238E27FC236}">
                <a16:creationId xmlns:a16="http://schemas.microsoft.com/office/drawing/2014/main" id="{8B06F0CA-2600-1311-46DF-B75C646871FB}"/>
              </a:ext>
            </a:extLst>
          </p:cNvPr>
          <p:cNvSpPr>
            <a:spLocks noGrp="1"/>
          </p:cNvSpPr>
          <p:nvPr>
            <p:ph type="body" sz="quarter" idx="19"/>
          </p:nvPr>
        </p:nvSpPr>
        <p:spPr>
          <a:xfrm>
            <a:off x="407987" y="1937084"/>
            <a:ext cx="8868359" cy="4644690"/>
          </a:xfrm>
          <a:ln>
            <a:noFill/>
          </a:ln>
        </p:spPr>
        <p:txBody>
          <a:bodyPr>
            <a:noAutofit/>
          </a:bodyPr>
          <a:lstStyle/>
          <a:p>
            <a:r>
              <a:rPr lang="en-US" sz="2800" dirty="0"/>
              <a:t>Wanted to make some text big and bold (fine), and used a heading to do it (bad).</a:t>
            </a:r>
          </a:p>
          <a:p>
            <a:endParaRPr lang="en-US" sz="2800" dirty="0"/>
          </a:p>
          <a:p>
            <a:r>
              <a:rPr lang="en-US" sz="2800" dirty="0"/>
              <a:t>Broke the rule: “</a:t>
            </a:r>
            <a:r>
              <a:rPr lang="en-US" sz="2800" b="1" dirty="0"/>
              <a:t>Each heading should describe the section of content it precedes</a:t>
            </a:r>
            <a:r>
              <a:rPr lang="en-US" sz="2800" dirty="0"/>
              <a:t>.” </a:t>
            </a:r>
          </a:p>
          <a:p>
            <a:pPr lvl="1">
              <a:buFontTx/>
              <a:buChar char="-"/>
            </a:pPr>
            <a:r>
              <a:rPr lang="en-US" sz="2800" dirty="0">
                <a:hlinkClick r:id="rId3"/>
              </a:rPr>
              <a:t>https://webaim.org/techniques/headings/</a:t>
            </a:r>
            <a:endParaRPr lang="en-US" sz="2800" dirty="0"/>
          </a:p>
          <a:p>
            <a:pPr lvl="1">
              <a:buFontTx/>
              <a:buChar char="-"/>
            </a:pPr>
            <a:endParaRPr lang="en-US" sz="2800" dirty="0"/>
          </a:p>
          <a:p>
            <a:r>
              <a:rPr lang="en-US" sz="3000" dirty="0"/>
              <a:t>Problem flagged vs. real problem.</a:t>
            </a:r>
          </a:p>
          <a:p>
            <a:endParaRPr lang="en-US" sz="2800" dirty="0"/>
          </a:p>
        </p:txBody>
      </p:sp>
      <p:pic>
        <p:nvPicPr>
          <p:cNvPr id="4" name="Picture 3" descr="same demo page.  what is flagged is the lack of text between &quot;$10&quot; and &quot;drill&quot;.">
            <a:extLst>
              <a:ext uri="{FF2B5EF4-FFF2-40B4-BE49-F238E27FC236}">
                <a16:creationId xmlns:a16="http://schemas.microsoft.com/office/drawing/2014/main" id="{BBC3E057-1B27-E074-4CF5-FF7172BA4126}"/>
              </a:ext>
            </a:extLst>
          </p:cNvPr>
          <p:cNvPicPr>
            <a:picLocks noChangeAspect="1"/>
          </p:cNvPicPr>
          <p:nvPr/>
        </p:nvPicPr>
        <p:blipFill>
          <a:blip r:embed="rId4"/>
          <a:stretch>
            <a:fillRect/>
          </a:stretch>
        </p:blipFill>
        <p:spPr>
          <a:xfrm>
            <a:off x="9379338" y="210555"/>
            <a:ext cx="4054433" cy="6065519"/>
          </a:xfrm>
          <a:prstGeom prst="rect">
            <a:avLst/>
          </a:prstGeom>
        </p:spPr>
      </p:pic>
      <p:sp>
        <p:nvSpPr>
          <p:cNvPr id="2" name="Text Placeholder 11">
            <a:extLst>
              <a:ext uri="{FF2B5EF4-FFF2-40B4-BE49-F238E27FC236}">
                <a16:creationId xmlns:a16="http://schemas.microsoft.com/office/drawing/2014/main" id="{56CC7F73-CE19-C3A9-6395-497DC223BEDF}"/>
              </a:ext>
              <a:ext uri="{C183D7F6-B498-43B3-948B-1728B52AA6E4}">
                <adec:decorative xmlns:adec="http://schemas.microsoft.com/office/drawing/2017/decorative" val="1"/>
              </a:ext>
            </a:extLst>
          </p:cNvPr>
          <p:cNvSpPr txBox="1">
            <a:spLocks/>
          </p:cNvSpPr>
          <p:nvPr/>
        </p:nvSpPr>
        <p:spPr>
          <a:xfrm>
            <a:off x="6680201" y="5442793"/>
            <a:ext cx="2948806" cy="833281"/>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solidFill>
                  <a:schemeClr val="accent4">
                    <a:lumMod val="50000"/>
                  </a:schemeClr>
                </a:solidFill>
                <a:sym typeface="Wingdings" panose="05000000000000000000" pitchFamily="2" charset="2"/>
              </a:rPr>
              <a:t> Flagged </a:t>
            </a:r>
            <a:endParaRPr lang="en-US" sz="3200" b="1" dirty="0">
              <a:solidFill>
                <a:schemeClr val="accent4">
                  <a:lumMod val="50000"/>
                </a:schemeClr>
              </a:solidFill>
            </a:endParaRPr>
          </a:p>
        </p:txBody>
      </p:sp>
      <p:cxnSp>
        <p:nvCxnSpPr>
          <p:cNvPr id="5" name="Straight Arrow Connector 4">
            <a:extLst>
              <a:ext uri="{FF2B5EF4-FFF2-40B4-BE49-F238E27FC236}">
                <a16:creationId xmlns:a16="http://schemas.microsoft.com/office/drawing/2014/main" id="{3A0A6C77-69DA-C2AE-37EA-92B00897BFF7}"/>
              </a:ext>
              <a:ext uri="{C183D7F6-B498-43B3-948B-1728B52AA6E4}">
                <adec:decorative xmlns:adec="http://schemas.microsoft.com/office/drawing/2017/decorative" val="1"/>
              </a:ext>
            </a:extLst>
          </p:cNvPr>
          <p:cNvCxnSpPr>
            <a:cxnSpLocks/>
          </p:cNvCxnSpPr>
          <p:nvPr/>
        </p:nvCxnSpPr>
        <p:spPr>
          <a:xfrm flipV="1">
            <a:off x="8471930" y="3644900"/>
            <a:ext cx="1260069" cy="1797893"/>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66332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249"/>
                                          </p:stCondLst>
                                        </p:cTn>
                                        <p:tgtEl>
                                          <p:spTgt spid="1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249"/>
                                          </p:stCondLst>
                                        </p:cTn>
                                        <p:tgtEl>
                                          <p:spTgt spid="1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9"/>
                                          </p:stCondLst>
                                        </p:cTn>
                                        <p:tgtEl>
                                          <p:spTgt spid="12">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AF303-8FC5-6440-33F8-57A143157FF4}"/>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583C551A-DB77-7F15-6F90-53D54B552823}"/>
              </a:ext>
            </a:extLst>
          </p:cNvPr>
          <p:cNvSpPr>
            <a:spLocks noGrp="1"/>
          </p:cNvSpPr>
          <p:nvPr>
            <p:ph type="title"/>
          </p:nvPr>
        </p:nvSpPr>
        <p:spPr>
          <a:xfrm>
            <a:off x="407989" y="152401"/>
            <a:ext cx="11374436" cy="723900"/>
          </a:xfrm>
          <a:ln>
            <a:noFill/>
          </a:ln>
        </p:spPr>
        <p:txBody>
          <a:bodyPr>
            <a:noAutofit/>
          </a:bodyPr>
          <a:lstStyle/>
          <a:p>
            <a:r>
              <a:rPr lang="en-US" sz="4000" dirty="0"/>
              <a:t>Heading Used </a:t>
            </a:r>
            <a:r>
              <a:rPr lang="en-US" sz="4000" i="1" dirty="0"/>
              <a:t>Only</a:t>
            </a:r>
            <a:r>
              <a:rPr lang="en-US" sz="4000" dirty="0"/>
              <a:t> For Visual Effect </a:t>
            </a:r>
            <a:br>
              <a:rPr lang="en-US" sz="4000" dirty="0"/>
            </a:br>
            <a:r>
              <a:rPr lang="en-CA" sz="4000" dirty="0"/>
              <a:t>&gt; User Impact </a:t>
            </a:r>
            <a:endParaRPr lang="en-DK" sz="4000" dirty="0"/>
          </a:p>
        </p:txBody>
      </p:sp>
      <p:sp>
        <p:nvSpPr>
          <p:cNvPr id="8" name="Text Placeholder 11">
            <a:extLst>
              <a:ext uri="{FF2B5EF4-FFF2-40B4-BE49-F238E27FC236}">
                <a16:creationId xmlns:a16="http://schemas.microsoft.com/office/drawing/2014/main" id="{89E399B9-EFFD-B567-6684-74E57BBC9E19}"/>
              </a:ext>
            </a:extLst>
          </p:cNvPr>
          <p:cNvSpPr>
            <a:spLocks noGrp="1"/>
          </p:cNvSpPr>
          <p:nvPr>
            <p:ph type="body" sz="quarter" idx="19"/>
          </p:nvPr>
        </p:nvSpPr>
        <p:spPr>
          <a:xfrm>
            <a:off x="407987" y="1744579"/>
            <a:ext cx="11106234" cy="4837195"/>
          </a:xfrm>
          <a:ln>
            <a:noFill/>
          </a:ln>
        </p:spPr>
        <p:txBody>
          <a:bodyPr>
            <a:noAutofit/>
          </a:bodyPr>
          <a:lstStyle/>
          <a:p>
            <a:r>
              <a:rPr lang="en-US" sz="2800" dirty="0"/>
              <a:t>Screen reader users.</a:t>
            </a:r>
          </a:p>
          <a:p>
            <a:r>
              <a:rPr lang="en-US" sz="2800" dirty="0"/>
              <a:t>“Because headings are the primary mechanism used by screen reader users to navigate content, their proper implementation is important.” – </a:t>
            </a:r>
            <a:r>
              <a:rPr lang="en-US" sz="2800" dirty="0" err="1"/>
              <a:t>WebAIM</a:t>
            </a:r>
            <a:r>
              <a:rPr lang="en-US" sz="2800" dirty="0"/>
              <a:t> Million.</a:t>
            </a:r>
          </a:p>
          <a:p>
            <a:pPr lvl="1"/>
            <a:r>
              <a:rPr lang="en-US" sz="2800" dirty="0"/>
              <a:t>“Jump by heading” = h key </a:t>
            </a:r>
          </a:p>
          <a:p>
            <a:endParaRPr lang="en-US" sz="2800" dirty="0"/>
          </a:p>
          <a:p>
            <a:endParaRPr lang="en-US" sz="2800" dirty="0"/>
          </a:p>
        </p:txBody>
      </p:sp>
    </p:spTree>
    <p:extLst>
      <p:ext uri="{BB962C8B-B14F-4D97-AF65-F5344CB8AC3E}">
        <p14:creationId xmlns:p14="http://schemas.microsoft.com/office/powerpoint/2010/main" val="925610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249"/>
                                          </p:stCondLst>
                                        </p:cTn>
                                        <p:tgtEl>
                                          <p:spTgt spid="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249"/>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49F97-06B4-27BE-F0B9-28B0934D2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34C60C-1143-3BB3-7F0B-B28066037698}"/>
              </a:ext>
            </a:extLst>
          </p:cNvPr>
          <p:cNvSpPr>
            <a:spLocks noGrp="1"/>
          </p:cNvSpPr>
          <p:nvPr>
            <p:ph type="title"/>
          </p:nvPr>
        </p:nvSpPr>
        <p:spPr>
          <a:xfrm>
            <a:off x="409451" y="-1308100"/>
            <a:ext cx="11374562" cy="558800"/>
          </a:xfrm>
        </p:spPr>
        <p:txBody>
          <a:bodyPr vert="horz" lIns="0" tIns="0" rIns="0" bIns="0" rtlCol="0" anchor="b">
            <a:noAutofit/>
          </a:bodyPr>
          <a:lstStyle/>
          <a:p>
            <a:r>
              <a:rPr lang="en-US" dirty="0"/>
              <a:t>Heading Used </a:t>
            </a:r>
            <a:r>
              <a:rPr lang="en-US" i="1" dirty="0"/>
              <a:t>Only</a:t>
            </a:r>
            <a:r>
              <a:rPr lang="en-US" dirty="0"/>
              <a:t> For Visual Effect </a:t>
            </a:r>
            <a:r>
              <a:rPr lang="en-CA" dirty="0"/>
              <a:t>&gt;</a:t>
            </a:r>
            <a:r>
              <a:rPr lang="en-US" dirty="0"/>
              <a:t> example page </a:t>
            </a:r>
            <a:r>
              <a:rPr lang="en-CA" dirty="0"/>
              <a:t>screenshots</a:t>
            </a:r>
          </a:p>
        </p:txBody>
      </p:sp>
      <p:pic>
        <p:nvPicPr>
          <p:cNvPr id="3" name="Picture 2" descr="same demo page.  still with a grey box around around each product. two products: screwdriver for $20, and table saw for $800.">
            <a:extLst>
              <a:ext uri="{FF2B5EF4-FFF2-40B4-BE49-F238E27FC236}">
                <a16:creationId xmlns:a16="http://schemas.microsoft.com/office/drawing/2014/main" id="{67E8F609-660E-B593-79E3-5B32575F4291}"/>
              </a:ext>
            </a:extLst>
          </p:cNvPr>
          <p:cNvPicPr>
            <a:picLocks noChangeAspect="1"/>
          </p:cNvPicPr>
          <p:nvPr/>
        </p:nvPicPr>
        <p:blipFill rotWithShape="1">
          <a:blip r:embed="rId3"/>
          <a:srcRect t="8007"/>
          <a:stretch>
            <a:fillRect/>
          </a:stretch>
        </p:blipFill>
        <p:spPr>
          <a:xfrm>
            <a:off x="750569" y="0"/>
            <a:ext cx="2217367" cy="6858000"/>
          </a:xfrm>
          <a:prstGeom prst="rect">
            <a:avLst/>
          </a:prstGeom>
        </p:spPr>
      </p:pic>
      <p:sp>
        <p:nvSpPr>
          <p:cNvPr id="4" name="Rectangle 3">
            <a:extLst>
              <a:ext uri="{FF2B5EF4-FFF2-40B4-BE49-F238E27FC236}">
                <a16:creationId xmlns:a16="http://schemas.microsoft.com/office/drawing/2014/main" id="{50F48F20-B240-AF48-FBBA-5265303FB510}"/>
              </a:ext>
              <a:ext uri="{C183D7F6-B498-43B3-948B-1728B52AA6E4}">
                <adec:decorative xmlns:adec="http://schemas.microsoft.com/office/drawing/2017/decorative" val="1"/>
              </a:ext>
            </a:extLst>
          </p:cNvPr>
          <p:cNvSpPr/>
          <p:nvPr/>
        </p:nvSpPr>
        <p:spPr>
          <a:xfrm>
            <a:off x="509286" y="0"/>
            <a:ext cx="2685327" cy="6858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Picture 5" descr="same demo page as previous, but with no grey boxes.">
            <a:extLst>
              <a:ext uri="{FF2B5EF4-FFF2-40B4-BE49-F238E27FC236}">
                <a16:creationId xmlns:a16="http://schemas.microsoft.com/office/drawing/2014/main" id="{98E110F7-76A7-5368-83FE-C3A53252C7DE}"/>
              </a:ext>
            </a:extLst>
          </p:cNvPr>
          <p:cNvPicPr>
            <a:picLocks noChangeAspect="1"/>
          </p:cNvPicPr>
          <p:nvPr/>
        </p:nvPicPr>
        <p:blipFill rotWithShape="1">
          <a:blip r:embed="rId4"/>
          <a:srcRect t="8007"/>
          <a:stretch>
            <a:fillRect/>
          </a:stretch>
        </p:blipFill>
        <p:spPr>
          <a:xfrm>
            <a:off x="4981884" y="0"/>
            <a:ext cx="2228231" cy="6858000"/>
          </a:xfrm>
          <a:prstGeom prst="rect">
            <a:avLst/>
          </a:prstGeom>
        </p:spPr>
      </p:pic>
      <p:sp>
        <p:nvSpPr>
          <p:cNvPr id="8" name="Rectangle 7">
            <a:extLst>
              <a:ext uri="{FF2B5EF4-FFF2-40B4-BE49-F238E27FC236}">
                <a16:creationId xmlns:a16="http://schemas.microsoft.com/office/drawing/2014/main" id="{EEF850F0-94A7-8EE9-4DB1-4EAB924F49E5}"/>
              </a:ext>
              <a:ext uri="{C183D7F6-B498-43B3-948B-1728B52AA6E4}">
                <adec:decorative xmlns:adec="http://schemas.microsoft.com/office/drawing/2017/decorative" val="1"/>
              </a:ext>
            </a:extLst>
          </p:cNvPr>
          <p:cNvSpPr/>
          <p:nvPr/>
        </p:nvSpPr>
        <p:spPr>
          <a:xfrm>
            <a:off x="4741591" y="0"/>
            <a:ext cx="2685327" cy="6858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0" name="Picture 9" descr="same demo page as previous, but with grey boxes drawn incorrectly i.e. staggered.  $10 for drill.  $100 for screwdriver.  $20 for table saw.">
            <a:extLst>
              <a:ext uri="{FF2B5EF4-FFF2-40B4-BE49-F238E27FC236}">
                <a16:creationId xmlns:a16="http://schemas.microsoft.com/office/drawing/2014/main" id="{A4F4B86D-80E0-3E2A-D547-17B918BE7C67}"/>
              </a:ext>
            </a:extLst>
          </p:cNvPr>
          <p:cNvPicPr>
            <a:picLocks noChangeAspect="1"/>
          </p:cNvPicPr>
          <p:nvPr/>
        </p:nvPicPr>
        <p:blipFill rotWithShape="1">
          <a:blip r:embed="rId5"/>
          <a:srcRect t="-8703" b="-1"/>
          <a:stretch>
            <a:fillRect/>
          </a:stretch>
        </p:blipFill>
        <p:spPr>
          <a:xfrm>
            <a:off x="8757093" y="-596900"/>
            <a:ext cx="2313053" cy="7454900"/>
          </a:xfrm>
          <a:prstGeom prst="rect">
            <a:avLst/>
          </a:prstGeom>
        </p:spPr>
      </p:pic>
      <p:sp>
        <p:nvSpPr>
          <p:cNvPr id="14" name="Rectangle 13">
            <a:extLst>
              <a:ext uri="{FF2B5EF4-FFF2-40B4-BE49-F238E27FC236}">
                <a16:creationId xmlns:a16="http://schemas.microsoft.com/office/drawing/2014/main" id="{DDE2FDCD-9B65-BF8A-4FF5-35980F595300}"/>
              </a:ext>
              <a:ext uri="{C183D7F6-B498-43B3-948B-1728B52AA6E4}">
                <adec:decorative xmlns:adec="http://schemas.microsoft.com/office/drawing/2017/decorative" val="1"/>
              </a:ext>
            </a:extLst>
          </p:cNvPr>
          <p:cNvSpPr/>
          <p:nvPr/>
        </p:nvSpPr>
        <p:spPr>
          <a:xfrm>
            <a:off x="8570955" y="0"/>
            <a:ext cx="2685327" cy="6858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5894949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2A76A-1FA6-15B8-84B5-1D9E49D76F40}"/>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6864578D-9B97-7D6C-F919-E2E922F514FF}"/>
              </a:ext>
            </a:extLst>
          </p:cNvPr>
          <p:cNvSpPr>
            <a:spLocks noGrp="1"/>
          </p:cNvSpPr>
          <p:nvPr>
            <p:ph type="title"/>
          </p:nvPr>
        </p:nvSpPr>
        <p:spPr>
          <a:xfrm>
            <a:off x="407988" y="152401"/>
            <a:ext cx="11705243" cy="723900"/>
          </a:xfrm>
          <a:ln>
            <a:noFill/>
          </a:ln>
        </p:spPr>
        <p:txBody>
          <a:bodyPr>
            <a:normAutofit/>
          </a:bodyPr>
          <a:lstStyle/>
          <a:p>
            <a:r>
              <a:rPr lang="en-US" sz="3400" dirty="0"/>
              <a:t>Heading Used </a:t>
            </a:r>
            <a:r>
              <a:rPr lang="en-US" sz="3400" i="1" dirty="0"/>
              <a:t>Only</a:t>
            </a:r>
            <a:r>
              <a:rPr lang="en-US" sz="3400" dirty="0"/>
              <a:t> For Visual Effect</a:t>
            </a:r>
            <a:r>
              <a:rPr lang="en-CA" sz="3400" dirty="0"/>
              <a:t> </a:t>
            </a:r>
            <a:r>
              <a:rPr lang="en-CA" sz="3600" dirty="0"/>
              <a:t>&gt;</a:t>
            </a:r>
            <a:r>
              <a:rPr lang="en-CA" sz="3400" dirty="0"/>
              <a:t> HTML Before Fix</a:t>
            </a:r>
            <a:endParaRPr lang="en-DK" sz="3400" dirty="0"/>
          </a:p>
        </p:txBody>
      </p:sp>
      <p:sp>
        <p:nvSpPr>
          <p:cNvPr id="12" name="Text Placeholder 11">
            <a:extLst>
              <a:ext uri="{FF2B5EF4-FFF2-40B4-BE49-F238E27FC236}">
                <a16:creationId xmlns:a16="http://schemas.microsoft.com/office/drawing/2014/main" id="{F5ADA574-B611-C8D4-E745-D973B2F8D45A}"/>
              </a:ext>
            </a:extLst>
          </p:cNvPr>
          <p:cNvSpPr>
            <a:spLocks noGrp="1"/>
          </p:cNvSpPr>
          <p:nvPr>
            <p:ph type="body" sz="quarter" idx="19"/>
          </p:nvPr>
        </p:nvSpPr>
        <p:spPr>
          <a:xfrm>
            <a:off x="407988" y="876301"/>
            <a:ext cx="14189361" cy="5705474"/>
          </a:xfrm>
          <a:ln>
            <a:noFill/>
          </a:ln>
        </p:spPr>
        <p:txBody>
          <a:bodyPr>
            <a:noAutofit/>
          </a:bodyPr>
          <a:lstStyle/>
          <a:p>
            <a:pPr marL="0" indent="0">
              <a:buNone/>
            </a:pPr>
            <a:endParaRPr lang="en-US" sz="2800" dirty="0">
              <a:latin typeface="Consolas" panose="020B0609020204030204" pitchFamily="49" charset="0"/>
            </a:endParaRPr>
          </a:p>
          <a:p>
            <a:pPr marL="0" indent="0">
              <a:buNone/>
            </a:pPr>
            <a:r>
              <a:rPr lang="en-US" sz="2800" dirty="0">
                <a:latin typeface="Consolas" panose="020B0609020204030204" pitchFamily="49" charset="0"/>
              </a:rPr>
              <a:t>&lt;</a:t>
            </a:r>
            <a:r>
              <a:rPr lang="en-US" sz="2800" b="1" dirty="0">
                <a:latin typeface="Consolas" panose="020B0609020204030204" pitchFamily="49" charset="0"/>
              </a:rPr>
              <a:t>h2</a:t>
            </a:r>
            <a:r>
              <a:rPr lang="en-US" sz="2800" dirty="0">
                <a:latin typeface="Consolas" panose="020B0609020204030204" pitchFamily="49" charset="0"/>
              </a:rPr>
              <a:t>&gt;Hammer&lt;/</a:t>
            </a:r>
            <a:r>
              <a:rPr lang="en-US" sz="2800" b="1" dirty="0">
                <a:latin typeface="Consolas" panose="020B0609020204030204" pitchFamily="49" charset="0"/>
              </a:rPr>
              <a:t>h2</a:t>
            </a:r>
            <a:r>
              <a:rPr lang="en-US" sz="2800" dirty="0">
                <a:latin typeface="Consolas" panose="020B0609020204030204" pitchFamily="49" charset="0"/>
              </a:rPr>
              <a:t>&gt;</a:t>
            </a:r>
          </a:p>
          <a:p>
            <a:pPr marL="0" indent="0">
              <a:buNone/>
            </a:pPr>
            <a:r>
              <a:rPr lang="en-US" sz="2800" dirty="0">
                <a:latin typeface="Consolas" panose="020B0609020204030204" pitchFamily="49" charset="0"/>
              </a:rPr>
              <a:t>&lt;</a:t>
            </a:r>
            <a:r>
              <a:rPr lang="en-US" sz="2800" b="1" dirty="0" err="1">
                <a:latin typeface="Consolas" panose="020B0609020204030204" pitchFamily="49" charset="0"/>
              </a:rPr>
              <a:t>img</a:t>
            </a:r>
            <a:r>
              <a:rPr lang="en-US" sz="2800" dirty="0">
                <a:latin typeface="Consolas" panose="020B0609020204030204" pitchFamily="49" charset="0"/>
              </a:rPr>
              <a:t> </a:t>
            </a:r>
            <a:r>
              <a:rPr lang="en-US" sz="2800" dirty="0" err="1">
                <a:latin typeface="Consolas" panose="020B0609020204030204" pitchFamily="49" charset="0"/>
              </a:rPr>
              <a:t>src</a:t>
            </a:r>
            <a:r>
              <a:rPr lang="en-US" sz="2800" dirty="0">
                <a:latin typeface="Consolas" panose="020B0609020204030204" pitchFamily="49" charset="0"/>
              </a:rPr>
              <a:t>="hammer.png" alt="hammer"&gt;</a:t>
            </a:r>
          </a:p>
          <a:p>
            <a:pPr marL="0" indent="0">
              <a:buNone/>
            </a:pPr>
            <a:r>
              <a:rPr lang="en-US" sz="2800" dirty="0">
                <a:latin typeface="Consolas" panose="020B0609020204030204" pitchFamily="49" charset="0"/>
              </a:rPr>
              <a:t>&lt;</a:t>
            </a:r>
            <a:r>
              <a:rPr lang="en-US" sz="2800" b="1" dirty="0">
                <a:latin typeface="Consolas" panose="020B0609020204030204" pitchFamily="49" charset="0"/>
              </a:rPr>
              <a:t>h2</a:t>
            </a:r>
            <a:r>
              <a:rPr lang="en-US" sz="2800" dirty="0">
                <a:latin typeface="Consolas" panose="020B0609020204030204" pitchFamily="49" charset="0"/>
              </a:rPr>
              <a:t>&gt;$10&lt;/</a:t>
            </a:r>
            <a:r>
              <a:rPr lang="en-US" sz="2800" b="1" dirty="0">
                <a:latin typeface="Consolas" panose="020B0609020204030204" pitchFamily="49" charset="0"/>
              </a:rPr>
              <a:t>h2</a:t>
            </a:r>
            <a:r>
              <a:rPr lang="en-US" sz="2800" dirty="0">
                <a:latin typeface="Consolas" panose="020B0609020204030204" pitchFamily="49" charset="0"/>
              </a:rPr>
              <a:t>&gt;</a:t>
            </a:r>
          </a:p>
          <a:p>
            <a:pPr marL="0" indent="0">
              <a:buNone/>
            </a:pPr>
            <a:endParaRPr lang="en-US" sz="2800" dirty="0">
              <a:latin typeface="Consolas" panose="020B0609020204030204" pitchFamily="49" charset="0"/>
            </a:endParaRPr>
          </a:p>
          <a:p>
            <a:pPr marL="0" indent="0">
              <a:buNone/>
            </a:pPr>
            <a:r>
              <a:rPr lang="en-US" sz="2800" dirty="0">
                <a:latin typeface="Consolas" panose="020B0609020204030204" pitchFamily="49" charset="0"/>
              </a:rPr>
              <a:t>&lt;</a:t>
            </a:r>
            <a:r>
              <a:rPr lang="en-US" sz="2800" b="1" dirty="0">
                <a:latin typeface="Consolas" panose="020B0609020204030204" pitchFamily="49" charset="0"/>
              </a:rPr>
              <a:t>h2</a:t>
            </a:r>
            <a:r>
              <a:rPr lang="en-US" sz="2800" dirty="0">
                <a:latin typeface="Consolas" panose="020B0609020204030204" pitchFamily="49" charset="0"/>
              </a:rPr>
              <a:t>&gt;Drill&lt;/</a:t>
            </a:r>
            <a:r>
              <a:rPr lang="en-US" sz="2800" b="1" dirty="0">
                <a:latin typeface="Consolas" panose="020B0609020204030204" pitchFamily="49" charset="0"/>
              </a:rPr>
              <a:t>h2</a:t>
            </a:r>
            <a:r>
              <a:rPr lang="en-US" sz="2800" dirty="0">
                <a:latin typeface="Consolas" panose="020B0609020204030204" pitchFamily="49" charset="0"/>
              </a:rPr>
              <a:t>&gt;</a:t>
            </a:r>
          </a:p>
          <a:p>
            <a:pPr marL="0" indent="0">
              <a:buNone/>
            </a:pPr>
            <a:r>
              <a:rPr lang="en-US" sz="2800" dirty="0">
                <a:latin typeface="Consolas" panose="020B0609020204030204" pitchFamily="49" charset="0"/>
              </a:rPr>
              <a:t>&lt;</a:t>
            </a:r>
            <a:r>
              <a:rPr lang="en-US" sz="2800" b="1" dirty="0" err="1">
                <a:latin typeface="Consolas" panose="020B0609020204030204" pitchFamily="49" charset="0"/>
              </a:rPr>
              <a:t>img</a:t>
            </a:r>
            <a:r>
              <a:rPr lang="en-US" sz="2800" dirty="0">
                <a:latin typeface="Consolas" panose="020B0609020204030204" pitchFamily="49" charset="0"/>
              </a:rPr>
              <a:t> </a:t>
            </a:r>
            <a:r>
              <a:rPr lang="en-US" sz="2800" dirty="0" err="1">
                <a:latin typeface="Consolas" panose="020B0609020204030204" pitchFamily="49" charset="0"/>
              </a:rPr>
              <a:t>src</a:t>
            </a:r>
            <a:r>
              <a:rPr lang="en-US" sz="2800" dirty="0">
                <a:latin typeface="Consolas" panose="020B0609020204030204" pitchFamily="49" charset="0"/>
              </a:rPr>
              <a:t>="drill.png" alt="drill"&gt;</a:t>
            </a:r>
          </a:p>
          <a:p>
            <a:pPr marL="0" indent="0">
              <a:buNone/>
            </a:pPr>
            <a:r>
              <a:rPr lang="en-US" sz="2800" dirty="0">
                <a:latin typeface="Consolas" panose="020B0609020204030204" pitchFamily="49" charset="0"/>
              </a:rPr>
              <a:t>&lt;</a:t>
            </a:r>
            <a:r>
              <a:rPr lang="en-US" sz="2800" b="1" dirty="0">
                <a:latin typeface="Consolas" panose="020B0609020204030204" pitchFamily="49" charset="0"/>
              </a:rPr>
              <a:t>h2</a:t>
            </a:r>
            <a:r>
              <a:rPr lang="en-US" sz="2800" dirty="0">
                <a:latin typeface="Consolas" panose="020B0609020204030204" pitchFamily="49" charset="0"/>
              </a:rPr>
              <a:t>&gt;$100&lt;/</a:t>
            </a:r>
            <a:r>
              <a:rPr lang="en-US" sz="2800" b="1" dirty="0">
                <a:latin typeface="Consolas" panose="020B0609020204030204" pitchFamily="49" charset="0"/>
              </a:rPr>
              <a:t>h2</a:t>
            </a:r>
            <a:r>
              <a:rPr lang="en-US" sz="2800" dirty="0">
                <a:latin typeface="Consolas" panose="020B0609020204030204" pitchFamily="49" charset="0"/>
              </a:rPr>
              <a:t>&gt;</a:t>
            </a:r>
          </a:p>
          <a:p>
            <a:pPr marL="0" indent="0">
              <a:buNone/>
            </a:pPr>
            <a:endParaRPr lang="en-US" sz="2800" dirty="0">
              <a:latin typeface="Consolas" panose="020B0609020204030204" pitchFamily="49" charset="0"/>
            </a:endParaRPr>
          </a:p>
        </p:txBody>
      </p:sp>
      <p:pic>
        <p:nvPicPr>
          <p:cNvPr id="3" name="Picture 2" descr="same demo page.  just hammer and drill.">
            <a:extLst>
              <a:ext uri="{FF2B5EF4-FFF2-40B4-BE49-F238E27FC236}">
                <a16:creationId xmlns:a16="http://schemas.microsoft.com/office/drawing/2014/main" id="{29F2A025-4040-6DB9-AA89-51F1CB649072}"/>
              </a:ext>
            </a:extLst>
          </p:cNvPr>
          <p:cNvPicPr>
            <a:picLocks noChangeAspect="1"/>
          </p:cNvPicPr>
          <p:nvPr/>
        </p:nvPicPr>
        <p:blipFill>
          <a:blip r:embed="rId3"/>
          <a:stretch>
            <a:fillRect/>
          </a:stretch>
        </p:blipFill>
        <p:spPr>
          <a:xfrm>
            <a:off x="8475440" y="809626"/>
            <a:ext cx="3811810" cy="5702549"/>
          </a:xfrm>
          <a:prstGeom prst="rect">
            <a:avLst/>
          </a:prstGeom>
        </p:spPr>
      </p:pic>
    </p:spTree>
    <p:extLst>
      <p:ext uri="{BB962C8B-B14F-4D97-AF65-F5344CB8AC3E}">
        <p14:creationId xmlns:p14="http://schemas.microsoft.com/office/powerpoint/2010/main" val="2450364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DBF3A-6A50-BD09-F298-08C178A45DAA}"/>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BB3A61DF-2475-E772-0982-015B6DC3D13D}"/>
              </a:ext>
            </a:extLst>
          </p:cNvPr>
          <p:cNvSpPr>
            <a:spLocks noGrp="1"/>
          </p:cNvSpPr>
          <p:nvPr>
            <p:ph type="title"/>
          </p:nvPr>
        </p:nvSpPr>
        <p:spPr>
          <a:xfrm>
            <a:off x="407988" y="139701"/>
            <a:ext cx="11376025" cy="723900"/>
          </a:xfrm>
          <a:ln>
            <a:noFill/>
          </a:ln>
        </p:spPr>
        <p:txBody>
          <a:bodyPr>
            <a:normAutofit/>
          </a:bodyPr>
          <a:lstStyle/>
          <a:p>
            <a:r>
              <a:rPr lang="en-US" sz="3400" dirty="0"/>
              <a:t>Heading Used </a:t>
            </a:r>
            <a:r>
              <a:rPr lang="en-US" sz="3400" i="1" dirty="0"/>
              <a:t>Only</a:t>
            </a:r>
            <a:r>
              <a:rPr lang="en-US" sz="3400" dirty="0"/>
              <a:t> For Visual Effect</a:t>
            </a:r>
            <a:r>
              <a:rPr lang="en-CA" sz="3400" dirty="0"/>
              <a:t> </a:t>
            </a:r>
            <a:r>
              <a:rPr lang="en-CA" sz="3600" dirty="0"/>
              <a:t>&gt;</a:t>
            </a:r>
            <a:r>
              <a:rPr lang="en-CA" sz="3400" dirty="0"/>
              <a:t> HTML After Fix</a:t>
            </a:r>
            <a:endParaRPr lang="en-DK" sz="3400" dirty="0"/>
          </a:p>
        </p:txBody>
      </p:sp>
      <p:sp>
        <p:nvSpPr>
          <p:cNvPr id="12" name="Text Placeholder 11">
            <a:extLst>
              <a:ext uri="{FF2B5EF4-FFF2-40B4-BE49-F238E27FC236}">
                <a16:creationId xmlns:a16="http://schemas.microsoft.com/office/drawing/2014/main" id="{03B5C73F-E8D5-624A-BAA3-550D76292C45}"/>
              </a:ext>
            </a:extLst>
          </p:cNvPr>
          <p:cNvSpPr>
            <a:spLocks noGrp="1"/>
          </p:cNvSpPr>
          <p:nvPr>
            <p:ph type="body" sz="quarter" idx="19"/>
          </p:nvPr>
        </p:nvSpPr>
        <p:spPr>
          <a:xfrm>
            <a:off x="407988" y="876301"/>
            <a:ext cx="14189361" cy="5705474"/>
          </a:xfrm>
          <a:ln>
            <a:noFill/>
          </a:ln>
        </p:spPr>
        <p:txBody>
          <a:bodyPr>
            <a:noAutofit/>
          </a:bodyPr>
          <a:lstStyle/>
          <a:p>
            <a:pPr marL="0" indent="0">
              <a:buNone/>
            </a:pPr>
            <a:endParaRPr lang="en-US" sz="2800" dirty="0">
              <a:latin typeface="Consolas" panose="020B0609020204030204" pitchFamily="49" charset="0"/>
            </a:endParaRPr>
          </a:p>
          <a:p>
            <a:pPr marL="0" indent="0">
              <a:buNone/>
            </a:pPr>
            <a:r>
              <a:rPr lang="en-US" sz="2800" dirty="0">
                <a:latin typeface="Consolas" panose="020B0609020204030204" pitchFamily="49" charset="0"/>
              </a:rPr>
              <a:t>&lt;</a:t>
            </a:r>
            <a:r>
              <a:rPr lang="en-US" sz="2800" b="1" dirty="0">
                <a:latin typeface="Consolas" panose="020B0609020204030204" pitchFamily="49" charset="0"/>
              </a:rPr>
              <a:t>h2</a:t>
            </a:r>
            <a:r>
              <a:rPr lang="en-US" sz="2800" dirty="0">
                <a:latin typeface="Consolas" panose="020B0609020204030204" pitchFamily="49" charset="0"/>
              </a:rPr>
              <a:t>&gt;Hammer&lt;/</a:t>
            </a:r>
            <a:r>
              <a:rPr lang="en-US" sz="2800" b="1" dirty="0">
                <a:latin typeface="Consolas" panose="020B0609020204030204" pitchFamily="49" charset="0"/>
              </a:rPr>
              <a:t>h2</a:t>
            </a:r>
            <a:r>
              <a:rPr lang="en-US" sz="2800" dirty="0">
                <a:latin typeface="Consolas" panose="020B0609020204030204" pitchFamily="49" charset="0"/>
              </a:rPr>
              <a:t>&gt;</a:t>
            </a:r>
          </a:p>
          <a:p>
            <a:pPr marL="0" indent="0">
              <a:buNone/>
            </a:pPr>
            <a:r>
              <a:rPr lang="en-US" sz="2800" dirty="0">
                <a:latin typeface="Consolas" panose="020B0609020204030204" pitchFamily="49" charset="0"/>
              </a:rPr>
              <a:t>&lt;</a:t>
            </a:r>
            <a:r>
              <a:rPr lang="en-US" sz="2800" b="1" dirty="0" err="1">
                <a:latin typeface="Consolas" panose="020B0609020204030204" pitchFamily="49" charset="0"/>
              </a:rPr>
              <a:t>img</a:t>
            </a:r>
            <a:r>
              <a:rPr lang="en-US" sz="2800" dirty="0">
                <a:latin typeface="Consolas" panose="020B0609020204030204" pitchFamily="49" charset="0"/>
              </a:rPr>
              <a:t> </a:t>
            </a:r>
            <a:r>
              <a:rPr lang="en-US" sz="2800" dirty="0" err="1">
                <a:latin typeface="Consolas" panose="020B0609020204030204" pitchFamily="49" charset="0"/>
              </a:rPr>
              <a:t>src</a:t>
            </a:r>
            <a:r>
              <a:rPr lang="en-US" sz="2800" dirty="0">
                <a:latin typeface="Consolas" panose="020B0609020204030204" pitchFamily="49" charset="0"/>
              </a:rPr>
              <a:t>="hammer.png" alt="hammer"&gt;</a:t>
            </a:r>
          </a:p>
          <a:p>
            <a:pPr marL="0" indent="0">
              <a:buNone/>
            </a:pPr>
            <a:r>
              <a:rPr lang="en-US" sz="2800" dirty="0">
                <a:highlight>
                  <a:srgbClr val="FFFF00"/>
                </a:highlight>
                <a:latin typeface="Consolas" panose="020B0609020204030204" pitchFamily="49" charset="0"/>
              </a:rPr>
              <a:t>&lt;</a:t>
            </a:r>
            <a:r>
              <a:rPr lang="en-US" sz="2800" b="1" dirty="0">
                <a:highlight>
                  <a:srgbClr val="FFFF00"/>
                </a:highlight>
                <a:latin typeface="Consolas" panose="020B0609020204030204" pitchFamily="49" charset="0"/>
              </a:rPr>
              <a:t>span</a:t>
            </a:r>
            <a:r>
              <a:rPr lang="en-US" sz="2800" dirty="0">
                <a:highlight>
                  <a:srgbClr val="FFFF00"/>
                </a:highlight>
                <a:latin typeface="Consolas" panose="020B0609020204030204" pitchFamily="49" charset="0"/>
              </a:rPr>
              <a:t> class="price"&gt;</a:t>
            </a:r>
            <a:r>
              <a:rPr lang="en-US" sz="2800" dirty="0">
                <a:latin typeface="Consolas" panose="020B0609020204030204" pitchFamily="49" charset="0"/>
              </a:rPr>
              <a:t>$10</a:t>
            </a:r>
            <a:r>
              <a:rPr lang="en-US" sz="2800" dirty="0">
                <a:highlight>
                  <a:srgbClr val="FFFF00"/>
                </a:highlight>
                <a:latin typeface="Consolas" panose="020B0609020204030204" pitchFamily="49" charset="0"/>
              </a:rPr>
              <a:t>&lt;/</a:t>
            </a:r>
            <a:r>
              <a:rPr lang="en-US" sz="2800" b="1" dirty="0">
                <a:highlight>
                  <a:srgbClr val="FFFF00"/>
                </a:highlight>
                <a:latin typeface="Consolas" panose="020B0609020204030204" pitchFamily="49" charset="0"/>
              </a:rPr>
              <a:t>span</a:t>
            </a:r>
            <a:r>
              <a:rPr lang="en-US" sz="2800" dirty="0">
                <a:highlight>
                  <a:srgbClr val="FFFF00"/>
                </a:highlight>
                <a:latin typeface="Consolas" panose="020B0609020204030204" pitchFamily="49" charset="0"/>
              </a:rPr>
              <a:t>&gt;</a:t>
            </a:r>
            <a:r>
              <a:rPr lang="en-US" sz="2400" dirty="0">
                <a:latin typeface="Consolas" panose="020B0609020204030204" pitchFamily="49" charset="0"/>
              </a:rPr>
              <a:t> /* fixed */</a:t>
            </a:r>
          </a:p>
          <a:p>
            <a:pPr marL="0" indent="0">
              <a:buNone/>
            </a:pPr>
            <a:endParaRPr lang="en-US" sz="2800" dirty="0">
              <a:latin typeface="Consolas" panose="020B0609020204030204" pitchFamily="49" charset="0"/>
            </a:endParaRPr>
          </a:p>
          <a:p>
            <a:pPr marL="0" indent="0">
              <a:buNone/>
            </a:pPr>
            <a:r>
              <a:rPr lang="en-US" sz="2800" dirty="0">
                <a:latin typeface="Consolas" panose="020B0609020204030204" pitchFamily="49" charset="0"/>
              </a:rPr>
              <a:t>&lt;</a:t>
            </a:r>
            <a:r>
              <a:rPr lang="en-US" sz="2800" b="1" dirty="0">
                <a:latin typeface="Consolas" panose="020B0609020204030204" pitchFamily="49" charset="0"/>
              </a:rPr>
              <a:t>h2</a:t>
            </a:r>
            <a:r>
              <a:rPr lang="en-US" sz="2800" dirty="0">
                <a:latin typeface="Consolas" panose="020B0609020204030204" pitchFamily="49" charset="0"/>
              </a:rPr>
              <a:t>&gt;Drill&lt;/</a:t>
            </a:r>
            <a:r>
              <a:rPr lang="en-US" sz="2800" b="1" dirty="0">
                <a:latin typeface="Consolas" panose="020B0609020204030204" pitchFamily="49" charset="0"/>
              </a:rPr>
              <a:t>h2</a:t>
            </a:r>
            <a:r>
              <a:rPr lang="en-US" sz="2800" dirty="0">
                <a:latin typeface="Consolas" panose="020B0609020204030204" pitchFamily="49" charset="0"/>
              </a:rPr>
              <a:t>&gt;</a:t>
            </a:r>
          </a:p>
          <a:p>
            <a:pPr marL="0" indent="0">
              <a:buNone/>
            </a:pPr>
            <a:r>
              <a:rPr lang="en-US" sz="2800" dirty="0">
                <a:latin typeface="Consolas" panose="020B0609020204030204" pitchFamily="49" charset="0"/>
              </a:rPr>
              <a:t>&lt;</a:t>
            </a:r>
            <a:r>
              <a:rPr lang="en-US" sz="2800" b="1" dirty="0" err="1">
                <a:latin typeface="Consolas" panose="020B0609020204030204" pitchFamily="49" charset="0"/>
              </a:rPr>
              <a:t>img</a:t>
            </a:r>
            <a:r>
              <a:rPr lang="en-US" sz="2800" dirty="0">
                <a:latin typeface="Consolas" panose="020B0609020204030204" pitchFamily="49" charset="0"/>
              </a:rPr>
              <a:t> </a:t>
            </a:r>
            <a:r>
              <a:rPr lang="en-US" sz="2800" dirty="0" err="1">
                <a:latin typeface="Consolas" panose="020B0609020204030204" pitchFamily="49" charset="0"/>
              </a:rPr>
              <a:t>src</a:t>
            </a:r>
            <a:r>
              <a:rPr lang="en-US" sz="2800" dirty="0">
                <a:latin typeface="Consolas" panose="020B0609020204030204" pitchFamily="49" charset="0"/>
              </a:rPr>
              <a:t>="drill.png" alt="drill"&gt;</a:t>
            </a:r>
          </a:p>
          <a:p>
            <a:pPr marL="0" indent="0">
              <a:buNone/>
            </a:pPr>
            <a:r>
              <a:rPr lang="en-US" sz="2800" dirty="0">
                <a:highlight>
                  <a:srgbClr val="FFFF00"/>
                </a:highlight>
                <a:latin typeface="Consolas" panose="020B0609020204030204" pitchFamily="49" charset="0"/>
              </a:rPr>
              <a:t>&lt;</a:t>
            </a:r>
            <a:r>
              <a:rPr lang="en-US" sz="2800" b="1" dirty="0">
                <a:highlight>
                  <a:srgbClr val="FFFF00"/>
                </a:highlight>
                <a:latin typeface="Consolas" panose="020B0609020204030204" pitchFamily="49" charset="0"/>
              </a:rPr>
              <a:t>span</a:t>
            </a:r>
            <a:r>
              <a:rPr lang="en-US" sz="2800" dirty="0">
                <a:highlight>
                  <a:srgbClr val="FFFF00"/>
                </a:highlight>
                <a:latin typeface="Consolas" panose="020B0609020204030204" pitchFamily="49" charset="0"/>
              </a:rPr>
              <a:t> class="price"&gt;</a:t>
            </a:r>
            <a:r>
              <a:rPr lang="en-US" sz="2800" dirty="0">
                <a:latin typeface="Consolas" panose="020B0609020204030204" pitchFamily="49" charset="0"/>
              </a:rPr>
              <a:t>$100</a:t>
            </a:r>
            <a:r>
              <a:rPr lang="en-US" sz="2800" dirty="0">
                <a:highlight>
                  <a:srgbClr val="FFFF00"/>
                </a:highlight>
                <a:latin typeface="Consolas" panose="020B0609020204030204" pitchFamily="49" charset="0"/>
              </a:rPr>
              <a:t>&lt;/</a:t>
            </a:r>
            <a:r>
              <a:rPr lang="en-US" sz="2800" b="1" dirty="0">
                <a:highlight>
                  <a:srgbClr val="FFFF00"/>
                </a:highlight>
                <a:latin typeface="Consolas" panose="020B0609020204030204" pitchFamily="49" charset="0"/>
              </a:rPr>
              <a:t>span</a:t>
            </a:r>
            <a:r>
              <a:rPr lang="en-US" sz="2800" dirty="0">
                <a:highlight>
                  <a:srgbClr val="FFFF00"/>
                </a:highlight>
                <a:latin typeface="Consolas" panose="020B0609020204030204" pitchFamily="49" charset="0"/>
              </a:rPr>
              <a:t>&gt;</a:t>
            </a:r>
            <a:r>
              <a:rPr lang="en-US" sz="2400" dirty="0">
                <a:latin typeface="Consolas" panose="020B0609020204030204" pitchFamily="49" charset="0"/>
              </a:rPr>
              <a:t> /* fixed */</a:t>
            </a:r>
            <a:endParaRPr lang="en-US" sz="2400" dirty="0">
              <a:highlight>
                <a:srgbClr val="FFFF00"/>
              </a:highlight>
              <a:latin typeface="Consolas" panose="020B0609020204030204" pitchFamily="49" charset="0"/>
            </a:endParaRPr>
          </a:p>
          <a:p>
            <a:pPr marL="0" indent="0">
              <a:buNone/>
            </a:pPr>
            <a:endParaRPr lang="en-US" sz="2800" dirty="0">
              <a:latin typeface="Consolas" panose="020B0609020204030204" pitchFamily="49" charset="0"/>
            </a:endParaRPr>
          </a:p>
        </p:txBody>
      </p:sp>
      <p:pic>
        <p:nvPicPr>
          <p:cNvPr id="4" name="Picture 3" descr="same demo page after fix. visually it's unchanged.">
            <a:extLst>
              <a:ext uri="{FF2B5EF4-FFF2-40B4-BE49-F238E27FC236}">
                <a16:creationId xmlns:a16="http://schemas.microsoft.com/office/drawing/2014/main" id="{B97A350C-BD02-0EE4-6C4C-1AE059CBB1DE}"/>
              </a:ext>
            </a:extLst>
          </p:cNvPr>
          <p:cNvPicPr>
            <a:picLocks noChangeAspect="1"/>
          </p:cNvPicPr>
          <p:nvPr/>
        </p:nvPicPr>
        <p:blipFill>
          <a:blip r:embed="rId3"/>
          <a:stretch>
            <a:fillRect/>
          </a:stretch>
        </p:blipFill>
        <p:spPr>
          <a:xfrm>
            <a:off x="8742140" y="879226"/>
            <a:ext cx="3811810" cy="5702549"/>
          </a:xfrm>
          <a:prstGeom prst="rect">
            <a:avLst/>
          </a:prstGeom>
        </p:spPr>
      </p:pic>
      <p:sp>
        <p:nvSpPr>
          <p:cNvPr id="2" name="TextBox 1">
            <a:extLst>
              <a:ext uri="{FF2B5EF4-FFF2-40B4-BE49-F238E27FC236}">
                <a16:creationId xmlns:a16="http://schemas.microsoft.com/office/drawing/2014/main" id="{4538C405-E6A8-FFB1-3D81-51EA8E493273}"/>
              </a:ext>
            </a:extLst>
          </p:cNvPr>
          <p:cNvSpPr txBox="1"/>
          <p:nvPr/>
        </p:nvSpPr>
        <p:spPr>
          <a:xfrm>
            <a:off x="4405473" y="3429000"/>
            <a:ext cx="3381054" cy="523220"/>
          </a:xfrm>
          <a:prstGeom prst="rect">
            <a:avLst/>
          </a:prstGeom>
          <a:ln w="3175">
            <a:solidFill>
              <a:schemeClr val="tx1"/>
            </a:solidFill>
          </a:ln>
        </p:spPr>
        <p:txBody>
          <a:bodyPr wrap="none" lIns="91440" tIns="45720" rIns="91440" bIns="45720" rtlCol="0" anchor="t">
            <a:spAutoFit/>
          </a:bodyPr>
          <a:lstStyle/>
          <a:p>
            <a:pPr marL="0" indent="0" algn="ctr">
              <a:buNone/>
            </a:pPr>
            <a:r>
              <a:rPr lang="en-CA" sz="2800" dirty="0">
                <a:latin typeface="+mj-lt"/>
              </a:rPr>
              <a:t>Or &lt;strong&gt; tag etc.</a:t>
            </a:r>
          </a:p>
        </p:txBody>
      </p:sp>
      <p:cxnSp>
        <p:nvCxnSpPr>
          <p:cNvPr id="5" name="Straight Arrow Connector 4">
            <a:extLst>
              <a:ext uri="{FF2B5EF4-FFF2-40B4-BE49-F238E27FC236}">
                <a16:creationId xmlns:a16="http://schemas.microsoft.com/office/drawing/2014/main" id="{EACE38B7-29C5-175F-5AE9-D3C560E00E08}"/>
              </a:ext>
              <a:ext uri="{C183D7F6-B498-43B3-948B-1728B52AA6E4}">
                <adec:decorative xmlns:adec="http://schemas.microsoft.com/office/drawing/2017/decorative" val="1"/>
              </a:ext>
            </a:extLst>
          </p:cNvPr>
          <p:cNvCxnSpPr>
            <a:cxnSpLocks/>
          </p:cNvCxnSpPr>
          <p:nvPr/>
        </p:nvCxnSpPr>
        <p:spPr>
          <a:xfrm flipH="1" flipV="1">
            <a:off x="1625600" y="3149600"/>
            <a:ext cx="2667000" cy="4318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3F54E0C-D9BE-121C-2D44-914068351671}"/>
              </a:ext>
              <a:ext uri="{C183D7F6-B498-43B3-948B-1728B52AA6E4}">
                <adec:decorative xmlns:adec="http://schemas.microsoft.com/office/drawing/2017/decorative" val="1"/>
              </a:ext>
            </a:extLst>
          </p:cNvPr>
          <p:cNvCxnSpPr>
            <a:cxnSpLocks/>
          </p:cNvCxnSpPr>
          <p:nvPr/>
        </p:nvCxnSpPr>
        <p:spPr>
          <a:xfrm flipH="1">
            <a:off x="1473200" y="3952220"/>
            <a:ext cx="2819400" cy="92458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FE29668-D96C-DCD1-3230-7724510427C7}"/>
              </a:ext>
            </a:extLst>
          </p:cNvPr>
          <p:cNvSpPr txBox="1"/>
          <p:nvPr/>
        </p:nvSpPr>
        <p:spPr>
          <a:xfrm>
            <a:off x="407988" y="5720089"/>
            <a:ext cx="4568534" cy="523220"/>
          </a:xfrm>
          <a:prstGeom prst="rect">
            <a:avLst/>
          </a:prstGeom>
          <a:ln w="3175">
            <a:solidFill>
              <a:schemeClr val="tx1"/>
            </a:solidFill>
          </a:ln>
        </p:spPr>
        <p:txBody>
          <a:bodyPr wrap="square" lIns="91440" tIns="45720" rIns="91440" bIns="45720" rtlCol="0" anchor="t">
            <a:spAutoFit/>
          </a:bodyPr>
          <a:lstStyle/>
          <a:p>
            <a:pPr marL="457200" indent="-457200">
              <a:buFont typeface="Arial" panose="020B0604020202020204" pitchFamily="34" charset="0"/>
              <a:buChar char="•"/>
            </a:pPr>
            <a:r>
              <a:rPr lang="en-CA" sz="2800" dirty="0">
                <a:latin typeface="+mj-lt"/>
              </a:rPr>
              <a:t>Visuals: unchanged.</a:t>
            </a:r>
          </a:p>
        </p:txBody>
      </p:sp>
    </p:spTree>
    <p:extLst>
      <p:ext uri="{BB962C8B-B14F-4D97-AF65-F5344CB8AC3E}">
        <p14:creationId xmlns:p14="http://schemas.microsoft.com/office/powerpoint/2010/main" val="27397190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543EC-344D-7FF5-F89F-A56D2B40BBE7}"/>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5C19D8D9-02AB-AA44-CF27-30D5B4F763D8}"/>
              </a:ext>
            </a:extLst>
          </p:cNvPr>
          <p:cNvSpPr>
            <a:spLocks noGrp="1"/>
          </p:cNvSpPr>
          <p:nvPr>
            <p:ph type="title"/>
          </p:nvPr>
        </p:nvSpPr>
        <p:spPr>
          <a:xfrm>
            <a:off x="407989" y="152401"/>
            <a:ext cx="10605754" cy="1400174"/>
          </a:xfrm>
          <a:ln>
            <a:noFill/>
          </a:ln>
        </p:spPr>
        <p:txBody>
          <a:bodyPr>
            <a:noAutofit/>
          </a:bodyPr>
          <a:lstStyle/>
          <a:p>
            <a:r>
              <a:rPr lang="en-US" sz="4000" dirty="0"/>
              <a:t>Heading Used </a:t>
            </a:r>
            <a:r>
              <a:rPr lang="en-US" sz="4000" i="1" dirty="0"/>
              <a:t>Only</a:t>
            </a:r>
            <a:r>
              <a:rPr lang="en-US" sz="4000" dirty="0"/>
              <a:t> For Visual Effect</a:t>
            </a:r>
            <a:br>
              <a:rPr lang="en-CA" sz="4000" dirty="0"/>
            </a:br>
            <a:r>
              <a:rPr lang="en-CA" sz="4000" dirty="0"/>
              <a:t>&gt; Documentation Elsewhere</a:t>
            </a:r>
            <a:endParaRPr lang="en-DK" sz="4000" dirty="0"/>
          </a:p>
        </p:txBody>
      </p:sp>
      <p:sp>
        <p:nvSpPr>
          <p:cNvPr id="12" name="Text Placeholder 11">
            <a:extLst>
              <a:ext uri="{FF2B5EF4-FFF2-40B4-BE49-F238E27FC236}">
                <a16:creationId xmlns:a16="http://schemas.microsoft.com/office/drawing/2014/main" id="{BAAC993D-D190-1A08-AAD1-11DF183783B3}"/>
              </a:ext>
            </a:extLst>
          </p:cNvPr>
          <p:cNvSpPr>
            <a:spLocks noGrp="1"/>
          </p:cNvSpPr>
          <p:nvPr>
            <p:ph type="body" sz="quarter" idx="19"/>
          </p:nvPr>
        </p:nvSpPr>
        <p:spPr>
          <a:xfrm>
            <a:off x="407988" y="1467853"/>
            <a:ext cx="11376023" cy="5113922"/>
          </a:xfrm>
          <a:ln>
            <a:noFill/>
          </a:ln>
        </p:spPr>
        <p:txBody>
          <a:bodyPr>
            <a:noAutofit/>
          </a:bodyPr>
          <a:lstStyle/>
          <a:p>
            <a:pPr>
              <a:lnSpc>
                <a:spcPct val="150000"/>
              </a:lnSpc>
            </a:pPr>
            <a:r>
              <a:rPr lang="en-US" sz="2800" dirty="0"/>
              <a:t>WCAG Failure Technique F43, Example 1: “A heading used only for visual effect”.  (SC 1.3.1 Info and Relationships.)</a:t>
            </a:r>
          </a:p>
          <a:p>
            <a:pPr>
              <a:lnSpc>
                <a:spcPct val="150000"/>
              </a:lnSpc>
            </a:pPr>
            <a:r>
              <a:rPr lang="en-US" sz="2800" dirty="0" err="1"/>
              <a:t>WebAIM</a:t>
            </a:r>
            <a:r>
              <a:rPr lang="en-US" sz="2800" dirty="0"/>
              <a:t> Million, Web Almanac: no, because:</a:t>
            </a:r>
          </a:p>
          <a:p>
            <a:pPr lvl="1">
              <a:lnSpc>
                <a:spcPct val="150000"/>
              </a:lnSpc>
            </a:pPr>
            <a:r>
              <a:rPr lang="en-US" sz="2800" dirty="0"/>
              <a:t>Fully-automated only (</a:t>
            </a:r>
            <a:r>
              <a:rPr lang="en-US" sz="2800" dirty="0" err="1"/>
              <a:t>eg.</a:t>
            </a:r>
            <a:r>
              <a:rPr lang="en-US" sz="2800" dirty="0"/>
              <a:t> “skipped heading level”).</a:t>
            </a:r>
          </a:p>
          <a:p>
            <a:pPr>
              <a:lnSpc>
                <a:spcPct val="150000"/>
              </a:lnSpc>
            </a:pPr>
            <a:r>
              <a:rPr lang="en-US" sz="2800" dirty="0" err="1"/>
              <a:t>Siteimprove’s</a:t>
            </a:r>
            <a:r>
              <a:rPr lang="en-US" sz="2800" dirty="0"/>
              <a:t> automated check didn’t catch this.  Its consultants did.</a:t>
            </a:r>
          </a:p>
          <a:p>
            <a:pPr lvl="1">
              <a:lnSpc>
                <a:spcPct val="150000"/>
              </a:lnSpc>
            </a:pPr>
            <a:r>
              <a:rPr lang="en-US" sz="2800" dirty="0"/>
              <a:t>Only </a:t>
            </a:r>
            <a:r>
              <a:rPr lang="en-US" sz="2800" i="1" dirty="0"/>
              <a:t>incidentally</a:t>
            </a:r>
            <a:r>
              <a:rPr lang="en-US" sz="2800" dirty="0"/>
              <a:t> caught by the automated checks.   </a:t>
            </a:r>
          </a:p>
          <a:p>
            <a:pPr lvl="1">
              <a:lnSpc>
                <a:spcPct val="150000"/>
              </a:lnSpc>
            </a:pPr>
            <a:r>
              <a:rPr lang="en-US" sz="2800" dirty="0">
                <a:sym typeface="Wingdings" panose="05000000000000000000" pitchFamily="2" charset="2"/>
              </a:rPr>
              <a:t> Many not caught.</a:t>
            </a:r>
            <a:endParaRPr lang="en-US" sz="2800" dirty="0"/>
          </a:p>
        </p:txBody>
      </p:sp>
    </p:spTree>
    <p:extLst>
      <p:ext uri="{BB962C8B-B14F-4D97-AF65-F5344CB8AC3E}">
        <p14:creationId xmlns:p14="http://schemas.microsoft.com/office/powerpoint/2010/main" val="17350834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5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250"/>
                                        <p:tgtEl>
                                          <p:spTgt spid="12">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animEffect transition="in" filter="fade">
                                      <p:cBhvr>
                                        <p:cTn id="15" dur="250"/>
                                        <p:tgtEl>
                                          <p:spTgt spid="1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xEl>
                                              <p:pRg st="3" end="3"/>
                                            </p:txEl>
                                          </p:spTgt>
                                        </p:tgtEl>
                                        <p:attrNameLst>
                                          <p:attrName>style.visibility</p:attrName>
                                        </p:attrNameLst>
                                      </p:cBhvr>
                                      <p:to>
                                        <p:strVal val="visible"/>
                                      </p:to>
                                    </p:set>
                                    <p:animEffect transition="in" filter="fade">
                                      <p:cBhvr>
                                        <p:cTn id="20" dur="250"/>
                                        <p:tgtEl>
                                          <p:spTgt spid="12">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animEffect transition="in" filter="fade">
                                      <p:cBhvr>
                                        <p:cTn id="23" dur="250"/>
                                        <p:tgtEl>
                                          <p:spTgt spid="12">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xEl>
                                              <p:pRg st="5" end="5"/>
                                            </p:txEl>
                                          </p:spTgt>
                                        </p:tgtEl>
                                        <p:attrNameLst>
                                          <p:attrName>style.visibility</p:attrName>
                                        </p:attrNameLst>
                                      </p:cBhvr>
                                      <p:to>
                                        <p:strVal val="visible"/>
                                      </p:to>
                                    </p:set>
                                    <p:animEffect transition="in" filter="fade">
                                      <p:cBhvr>
                                        <p:cTn id="26" dur="25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56E8B-72E2-3D27-428D-3E4E11B4B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A7765-2D83-BB1C-1D78-3B4350690E00}"/>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Blank slide 3</a:t>
            </a:r>
          </a:p>
        </p:txBody>
      </p:sp>
    </p:spTree>
    <p:extLst>
      <p:ext uri="{BB962C8B-B14F-4D97-AF65-F5344CB8AC3E}">
        <p14:creationId xmlns:p14="http://schemas.microsoft.com/office/powerpoint/2010/main" val="3995764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201D3-7F2C-172E-B5F6-15AE437F25B2}"/>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7EB14284-FD11-B7F6-33CD-074C6F9BA58B}"/>
              </a:ext>
            </a:extLst>
          </p:cNvPr>
          <p:cNvSpPr>
            <a:spLocks noGrp="1"/>
          </p:cNvSpPr>
          <p:nvPr>
            <p:ph type="title"/>
          </p:nvPr>
        </p:nvSpPr>
        <p:spPr>
          <a:xfrm>
            <a:off x="407988" y="152401"/>
            <a:ext cx="11376025" cy="723900"/>
          </a:xfrm>
          <a:ln>
            <a:noFill/>
          </a:ln>
        </p:spPr>
        <p:txBody>
          <a:bodyPr>
            <a:normAutofit/>
          </a:bodyPr>
          <a:lstStyle/>
          <a:p>
            <a:r>
              <a:rPr lang="en-CA" sz="4000" dirty="0"/>
              <a:t>Mistake 3 of 5: Font Size “</a:t>
            </a:r>
            <a:r>
              <a:rPr lang="en-CA" sz="4000" dirty="0" err="1"/>
              <a:t>px</a:t>
            </a:r>
            <a:r>
              <a:rPr lang="en-CA" sz="4000" dirty="0"/>
              <a:t> / pt” Mix-Up </a:t>
            </a:r>
            <a:endParaRPr lang="en-DK" sz="4000" dirty="0"/>
          </a:p>
        </p:txBody>
      </p:sp>
    </p:spTree>
    <p:extLst>
      <p:ext uri="{BB962C8B-B14F-4D97-AF65-F5344CB8AC3E}">
        <p14:creationId xmlns:p14="http://schemas.microsoft.com/office/powerpoint/2010/main" val="25977745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1C764-A978-4113-14CC-DCC5B5C04FC0}"/>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22178972-0994-5AE5-66B2-422BAECC8389}"/>
              </a:ext>
            </a:extLst>
          </p:cNvPr>
          <p:cNvSpPr>
            <a:spLocks noGrp="1"/>
          </p:cNvSpPr>
          <p:nvPr>
            <p:ph type="title"/>
          </p:nvPr>
        </p:nvSpPr>
        <p:spPr>
          <a:xfrm>
            <a:off x="407988" y="152401"/>
            <a:ext cx="11376025" cy="723900"/>
          </a:xfrm>
          <a:ln>
            <a:noFill/>
          </a:ln>
        </p:spPr>
        <p:txBody>
          <a:bodyPr>
            <a:normAutofit/>
          </a:bodyPr>
          <a:lstStyle/>
          <a:p>
            <a:r>
              <a:rPr lang="en-CA" sz="4000" dirty="0"/>
              <a:t>Font Size “</a:t>
            </a:r>
            <a:r>
              <a:rPr lang="en-CA" sz="4000" dirty="0" err="1"/>
              <a:t>px</a:t>
            </a:r>
            <a:r>
              <a:rPr lang="en-CA" sz="4000" dirty="0"/>
              <a:t> / pt” Mix-Up &gt; In The Dataset</a:t>
            </a:r>
            <a:endParaRPr lang="en-DK" sz="4000" dirty="0"/>
          </a:p>
        </p:txBody>
      </p:sp>
      <p:sp>
        <p:nvSpPr>
          <p:cNvPr id="12" name="Text Placeholder 11">
            <a:extLst>
              <a:ext uri="{FF2B5EF4-FFF2-40B4-BE49-F238E27FC236}">
                <a16:creationId xmlns:a16="http://schemas.microsoft.com/office/drawing/2014/main" id="{CE0CA82F-D4C5-3C3F-F167-A74C755AD0FA}"/>
              </a:ext>
            </a:extLst>
          </p:cNvPr>
          <p:cNvSpPr>
            <a:spLocks noGrp="1"/>
          </p:cNvSpPr>
          <p:nvPr>
            <p:ph type="body" sz="quarter" idx="19"/>
          </p:nvPr>
        </p:nvSpPr>
        <p:spPr>
          <a:xfrm>
            <a:off x="407988" y="952500"/>
            <a:ext cx="11376025" cy="5629275"/>
          </a:xfrm>
          <a:ln>
            <a:noFill/>
          </a:ln>
        </p:spPr>
        <p:txBody>
          <a:bodyPr>
            <a:noAutofit/>
          </a:bodyPr>
          <a:lstStyle/>
          <a:p>
            <a:pPr>
              <a:lnSpc>
                <a:spcPct val="150000"/>
              </a:lnSpc>
            </a:pPr>
            <a:r>
              <a:rPr lang="en-US" sz="2800" b="1" dirty="0"/>
              <a:t>Automated check said</a:t>
            </a:r>
            <a:r>
              <a:rPr lang="en-US" sz="2800" dirty="0"/>
              <a:t>: “Color contrast does not meet minimum requirement”</a:t>
            </a:r>
          </a:p>
          <a:p>
            <a:pPr>
              <a:lnSpc>
                <a:spcPct val="150000"/>
              </a:lnSpc>
            </a:pPr>
            <a:r>
              <a:rPr lang="en-US" sz="2800" b="1" dirty="0"/>
              <a:t>Customer wrote: </a:t>
            </a:r>
            <a:r>
              <a:rPr lang="en-US" sz="2800" dirty="0"/>
              <a:t>“WCAG says that </a:t>
            </a:r>
            <a:r>
              <a:rPr lang="en-US" sz="2800" i="1" dirty="0"/>
              <a:t>large</a:t>
            </a:r>
            <a:r>
              <a:rPr lang="en-US" sz="2800" dirty="0"/>
              <a:t> text only needs 3:1 contrast (not 4.5:1), and this text is large enough (it’s 18 </a:t>
            </a:r>
            <a:r>
              <a:rPr lang="en-US" sz="2800" dirty="0" err="1"/>
              <a:t>px</a:t>
            </a:r>
            <a:r>
              <a:rPr lang="en-US" sz="2800" dirty="0"/>
              <a:t>) and it has 3.3:1 contrast, so it should pass WCAG.  Your automated checker says that it fails.  So your automated checker is wrong.”</a:t>
            </a:r>
            <a:endParaRPr lang="en-US" sz="2800" b="1" dirty="0"/>
          </a:p>
        </p:txBody>
      </p:sp>
    </p:spTree>
    <p:extLst>
      <p:ext uri="{BB962C8B-B14F-4D97-AF65-F5344CB8AC3E}">
        <p14:creationId xmlns:p14="http://schemas.microsoft.com/office/powerpoint/2010/main" val="3746933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249"/>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249"/>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FBCD1-5158-4DEA-8E9B-82F69D57B6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F3BE7-189C-654E-0F10-255C14AB5AB3}"/>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Sloth 2</a:t>
            </a:r>
          </a:p>
        </p:txBody>
      </p:sp>
      <p:pic>
        <p:nvPicPr>
          <p:cNvPr id="3" name="Picture 2" descr="A sloth on a green railing">
            <a:extLst>
              <a:ext uri="{FF2B5EF4-FFF2-40B4-BE49-F238E27FC236}">
                <a16:creationId xmlns:a16="http://schemas.microsoft.com/office/drawing/2014/main" id="{097A78A5-50A6-01C9-39E3-8FF2743F46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9438" y="282161"/>
            <a:ext cx="4058265" cy="6087398"/>
          </a:xfrm>
          <a:prstGeom prst="rect">
            <a:avLst/>
          </a:prstGeom>
        </p:spPr>
      </p:pic>
    </p:spTree>
    <p:extLst>
      <p:ext uri="{BB962C8B-B14F-4D97-AF65-F5344CB8AC3E}">
        <p14:creationId xmlns:p14="http://schemas.microsoft.com/office/powerpoint/2010/main" val="9953816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24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D1367-8DB0-96A6-9372-F62F0263936B}"/>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53422373-4599-90E5-0AE8-0EC58ABAE7E3}"/>
              </a:ext>
            </a:extLst>
          </p:cNvPr>
          <p:cNvSpPr>
            <a:spLocks noGrp="1"/>
          </p:cNvSpPr>
          <p:nvPr>
            <p:ph type="title"/>
          </p:nvPr>
        </p:nvSpPr>
        <p:spPr>
          <a:xfrm>
            <a:off x="407988" y="152400"/>
            <a:ext cx="11376025" cy="850899"/>
          </a:xfrm>
          <a:ln>
            <a:noFill/>
          </a:ln>
        </p:spPr>
        <p:txBody>
          <a:bodyPr>
            <a:normAutofit/>
          </a:bodyPr>
          <a:lstStyle/>
          <a:p>
            <a:r>
              <a:rPr lang="en-CA" sz="4000" dirty="0"/>
              <a:t>Font Size “</a:t>
            </a:r>
            <a:r>
              <a:rPr lang="en-CA" sz="4000" dirty="0" err="1"/>
              <a:t>px</a:t>
            </a:r>
            <a:r>
              <a:rPr lang="en-CA" sz="4000" dirty="0"/>
              <a:t> / pt” Mix-Up &gt; </a:t>
            </a:r>
            <a:r>
              <a:rPr lang="en-US" sz="4000" dirty="0"/>
              <a:t>Consultant Wrote</a:t>
            </a:r>
            <a:endParaRPr lang="en-DK" sz="4000" dirty="0"/>
          </a:p>
        </p:txBody>
      </p:sp>
      <p:sp>
        <p:nvSpPr>
          <p:cNvPr id="12" name="Text Placeholder 11">
            <a:extLst>
              <a:ext uri="{FF2B5EF4-FFF2-40B4-BE49-F238E27FC236}">
                <a16:creationId xmlns:a16="http://schemas.microsoft.com/office/drawing/2014/main" id="{6A47A392-1DDB-D9E6-068C-83600F54CF06}"/>
              </a:ext>
            </a:extLst>
          </p:cNvPr>
          <p:cNvSpPr>
            <a:spLocks noGrp="1"/>
          </p:cNvSpPr>
          <p:nvPr>
            <p:ph type="body" sz="quarter" idx="19"/>
          </p:nvPr>
        </p:nvSpPr>
        <p:spPr>
          <a:xfrm>
            <a:off x="407988" y="1117600"/>
            <a:ext cx="11376025" cy="5464175"/>
          </a:xfrm>
          <a:ln>
            <a:noFill/>
          </a:ln>
        </p:spPr>
        <p:txBody>
          <a:bodyPr>
            <a:noAutofit/>
          </a:bodyPr>
          <a:lstStyle/>
          <a:p>
            <a:pPr>
              <a:lnSpc>
                <a:spcPct val="125000"/>
              </a:lnSpc>
            </a:pPr>
            <a:r>
              <a:rPr lang="en-US" sz="2800" dirty="0"/>
              <a:t>“Unfortunately this text does not meet </a:t>
            </a:r>
            <a:r>
              <a:rPr lang="en-US" sz="2800" dirty="0">
                <a:hlinkClick r:id="rId3"/>
              </a:rPr>
              <a:t>WCAG's definition of "large"</a:t>
            </a:r>
            <a:r>
              <a:rPr lang="en-US" sz="2800" dirty="0"/>
              <a:t>.  The definition uses "pt" units (also known as "point" units) - not "</a:t>
            </a:r>
            <a:r>
              <a:rPr lang="en-US" sz="2800" dirty="0" err="1"/>
              <a:t>px</a:t>
            </a:r>
            <a:r>
              <a:rPr lang="en-US" sz="2800" dirty="0"/>
              <a:t>" units - but you've interpreted it as though it uses "</a:t>
            </a:r>
            <a:r>
              <a:rPr lang="en-US" sz="2800" dirty="0" err="1"/>
              <a:t>px</a:t>
            </a:r>
            <a:r>
              <a:rPr lang="en-US" sz="2800" dirty="0"/>
              <a:t>" units.  Large text begins at "18 point or 14 point bold".  18 point equals 24px.  As you stated, the size of this text is 18</a:t>
            </a:r>
            <a:r>
              <a:rPr lang="en-US" sz="2800" b="1" dirty="0"/>
              <a:t>px</a:t>
            </a:r>
            <a:r>
              <a:rPr lang="en-US" sz="2800" dirty="0"/>
              <a:t>.  That equals 13.5</a:t>
            </a:r>
            <a:r>
              <a:rPr lang="en-US" sz="2800" b="1" dirty="0"/>
              <a:t>pt</a:t>
            </a:r>
            <a:r>
              <a:rPr lang="en-US" sz="2800" dirty="0"/>
              <a:t>, which is less than the 18pt required by the WCAG definition of "large" (for non-bold text).  So this text needs to have at least 4.5:1 contrast (not 3:1), and it doesn't, so it fails this WCAG success criterion.”</a:t>
            </a:r>
            <a:endParaRPr lang="en-US" sz="2800" b="1" dirty="0"/>
          </a:p>
        </p:txBody>
      </p:sp>
    </p:spTree>
    <p:extLst>
      <p:ext uri="{BB962C8B-B14F-4D97-AF65-F5344CB8AC3E}">
        <p14:creationId xmlns:p14="http://schemas.microsoft.com/office/powerpoint/2010/main" val="41809211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A48E8-16FA-4B29-3057-531F3B279ADF}"/>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27CD25FC-409F-04EE-92DB-79BFC7587F79}"/>
              </a:ext>
            </a:extLst>
          </p:cNvPr>
          <p:cNvSpPr>
            <a:spLocks noGrp="1"/>
          </p:cNvSpPr>
          <p:nvPr>
            <p:ph type="title"/>
          </p:nvPr>
        </p:nvSpPr>
        <p:spPr>
          <a:xfrm>
            <a:off x="407988" y="152401"/>
            <a:ext cx="11540172" cy="723900"/>
          </a:xfrm>
          <a:ln>
            <a:noFill/>
          </a:ln>
        </p:spPr>
        <p:txBody>
          <a:bodyPr>
            <a:normAutofit/>
          </a:bodyPr>
          <a:lstStyle/>
          <a:p>
            <a:r>
              <a:rPr lang="en-CA" sz="4000" dirty="0"/>
              <a:t>Font Size “</a:t>
            </a:r>
            <a:r>
              <a:rPr lang="en-CA" sz="4000" dirty="0" err="1"/>
              <a:t>px</a:t>
            </a:r>
            <a:r>
              <a:rPr lang="en-CA" sz="4000" dirty="0"/>
              <a:t> / pt” Mix-Up &gt; Example Page</a:t>
            </a:r>
            <a:endParaRPr lang="en-DK" sz="4000" dirty="0"/>
          </a:p>
        </p:txBody>
      </p:sp>
      <p:pic>
        <p:nvPicPr>
          <p:cNvPr id="4" name="Picture 3" descr="screenshot of a button named &quot;create an account&quot;.">
            <a:extLst>
              <a:ext uri="{FF2B5EF4-FFF2-40B4-BE49-F238E27FC236}">
                <a16:creationId xmlns:a16="http://schemas.microsoft.com/office/drawing/2014/main" id="{83B1A651-C192-FA37-4A34-58E18FA25B66}"/>
              </a:ext>
            </a:extLst>
          </p:cNvPr>
          <p:cNvPicPr>
            <a:picLocks noChangeAspect="1"/>
          </p:cNvPicPr>
          <p:nvPr/>
        </p:nvPicPr>
        <p:blipFill>
          <a:blip r:embed="rId3"/>
          <a:stretch>
            <a:fillRect/>
          </a:stretch>
        </p:blipFill>
        <p:spPr>
          <a:xfrm>
            <a:off x="407988" y="1201687"/>
            <a:ext cx="3705742" cy="733527"/>
          </a:xfrm>
          <a:prstGeom prst="rect">
            <a:avLst/>
          </a:prstGeom>
        </p:spPr>
      </p:pic>
      <p:sp>
        <p:nvSpPr>
          <p:cNvPr id="3" name="Text Placeholder 11">
            <a:extLst>
              <a:ext uri="{FF2B5EF4-FFF2-40B4-BE49-F238E27FC236}">
                <a16:creationId xmlns:a16="http://schemas.microsoft.com/office/drawing/2014/main" id="{97981623-89CE-FE32-9304-051D7AB1ACC8}"/>
              </a:ext>
            </a:extLst>
          </p:cNvPr>
          <p:cNvSpPr txBox="1">
            <a:spLocks/>
          </p:cNvSpPr>
          <p:nvPr/>
        </p:nvSpPr>
        <p:spPr>
          <a:xfrm>
            <a:off x="4279900" y="1281113"/>
            <a:ext cx="3224213" cy="574675"/>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en-US" sz="2800" dirty="0">
                <a:sym typeface="Wingdings" panose="05000000000000000000" pitchFamily="2" charset="2"/>
              </a:rPr>
              <a:t> </a:t>
            </a:r>
            <a:r>
              <a:rPr lang="en-US" sz="2800" dirty="0"/>
              <a:t>3.3:1 contrast</a:t>
            </a:r>
          </a:p>
        </p:txBody>
      </p:sp>
      <p:sp>
        <p:nvSpPr>
          <p:cNvPr id="12" name="Text Placeholder 11">
            <a:extLst>
              <a:ext uri="{FF2B5EF4-FFF2-40B4-BE49-F238E27FC236}">
                <a16:creationId xmlns:a16="http://schemas.microsoft.com/office/drawing/2014/main" id="{DDB34E00-700C-A730-066D-847327A5DC58}"/>
              </a:ext>
            </a:extLst>
          </p:cNvPr>
          <p:cNvSpPr>
            <a:spLocks noGrp="1"/>
          </p:cNvSpPr>
          <p:nvPr>
            <p:ph type="body" sz="quarter" idx="19"/>
          </p:nvPr>
        </p:nvSpPr>
        <p:spPr>
          <a:xfrm>
            <a:off x="407988" y="2260600"/>
            <a:ext cx="11376025" cy="4321175"/>
          </a:xfrm>
          <a:ln>
            <a:noFill/>
          </a:ln>
        </p:spPr>
        <p:txBody>
          <a:bodyPr>
            <a:noAutofit/>
          </a:bodyPr>
          <a:lstStyle/>
          <a:p>
            <a:pPr marL="0" indent="0">
              <a:buNone/>
            </a:pPr>
            <a:r>
              <a:rPr lang="en-US" sz="2800" dirty="0">
                <a:latin typeface="Consolas" panose="020B0609020204030204" pitchFamily="49" charset="0"/>
              </a:rPr>
              <a:t>&lt;button class="</a:t>
            </a:r>
            <a:r>
              <a:rPr lang="en-US" sz="2800" dirty="0" err="1">
                <a:latin typeface="Consolas" panose="020B0609020204030204" pitchFamily="49" charset="0"/>
              </a:rPr>
              <a:t>cta</a:t>
            </a:r>
            <a:r>
              <a:rPr lang="en-US" sz="2800" dirty="0">
                <a:latin typeface="Consolas" panose="020B0609020204030204" pitchFamily="49" charset="0"/>
              </a:rPr>
              <a:t>-button"&gt;Create an Account&lt;/button&gt;</a:t>
            </a:r>
          </a:p>
          <a:p>
            <a:pPr marL="0" indent="0">
              <a:buNone/>
            </a:pPr>
            <a:r>
              <a:rPr lang="en-US" sz="2800" dirty="0">
                <a:latin typeface="Consolas" panose="020B0609020204030204" pitchFamily="49" charset="0"/>
              </a:rPr>
              <a:t>…</a:t>
            </a:r>
          </a:p>
          <a:p>
            <a:pPr marL="0" indent="0">
              <a:buNone/>
            </a:pPr>
            <a:r>
              <a:rPr lang="en-US" sz="2800" dirty="0">
                <a:latin typeface="Consolas" panose="020B0609020204030204" pitchFamily="49" charset="0"/>
              </a:rPr>
              <a:t>.</a:t>
            </a:r>
            <a:r>
              <a:rPr lang="en-US" sz="2800" dirty="0" err="1">
                <a:latin typeface="Consolas" panose="020B0609020204030204" pitchFamily="49" charset="0"/>
              </a:rPr>
              <a:t>cta</a:t>
            </a:r>
            <a:r>
              <a:rPr lang="en-US" sz="2800" dirty="0">
                <a:latin typeface="Consolas" panose="020B0609020204030204" pitchFamily="49" charset="0"/>
              </a:rPr>
              <a:t>-button {</a:t>
            </a:r>
          </a:p>
          <a:p>
            <a:pPr marL="0" indent="0">
              <a:buNone/>
            </a:pPr>
            <a:r>
              <a:rPr lang="en-US" sz="2800" dirty="0">
                <a:latin typeface="Consolas" panose="020B0609020204030204" pitchFamily="49" charset="0"/>
              </a:rPr>
              <a:t>	background-color: </a:t>
            </a:r>
            <a:r>
              <a:rPr lang="en-US" sz="2800" dirty="0" err="1">
                <a:latin typeface="Consolas" panose="020B0609020204030204" pitchFamily="49" charset="0"/>
              </a:rPr>
              <a:t>rgb</a:t>
            </a:r>
            <a:r>
              <a:rPr lang="en-US" sz="2800" dirty="0">
                <a:latin typeface="Consolas" panose="020B0609020204030204" pitchFamily="49" charset="0"/>
              </a:rPr>
              <a:t>(91, 91, 91);</a:t>
            </a:r>
          </a:p>
          <a:p>
            <a:pPr marL="0" indent="0">
              <a:buNone/>
            </a:pPr>
            <a:r>
              <a:rPr lang="en-US" sz="2800" dirty="0">
                <a:latin typeface="Consolas" panose="020B0609020204030204" pitchFamily="49" charset="0"/>
              </a:rPr>
              <a:t>	color: </a:t>
            </a:r>
            <a:r>
              <a:rPr lang="en-US" sz="2800" dirty="0" err="1">
                <a:latin typeface="Consolas" panose="020B0609020204030204" pitchFamily="49" charset="0"/>
              </a:rPr>
              <a:t>rgb</a:t>
            </a:r>
            <a:r>
              <a:rPr lang="en-US" sz="2800" dirty="0">
                <a:latin typeface="Consolas" panose="020B0609020204030204" pitchFamily="49" charset="0"/>
              </a:rPr>
              <a:t>(181, 181, 181);</a:t>
            </a:r>
          </a:p>
          <a:p>
            <a:pPr marL="0" indent="0">
              <a:buNone/>
            </a:pPr>
            <a:r>
              <a:rPr lang="en-US" sz="2800" dirty="0">
                <a:latin typeface="Consolas" panose="020B0609020204030204" pitchFamily="49" charset="0"/>
              </a:rPr>
              <a:t>	font-size: 18px; </a:t>
            </a:r>
          </a:p>
          <a:p>
            <a:pPr marL="0" indent="0">
              <a:buNone/>
            </a:pPr>
            <a:r>
              <a:rPr lang="en-US" sz="2800" dirty="0">
                <a:latin typeface="Consolas" panose="020B0609020204030204" pitchFamily="49" charset="0"/>
              </a:rPr>
              <a:t>}</a:t>
            </a:r>
          </a:p>
          <a:p>
            <a:pPr marL="0" indent="0">
              <a:buNone/>
            </a:pPr>
            <a:endParaRPr lang="en-US" sz="2800" dirty="0">
              <a:latin typeface="Consolas" panose="020B0609020204030204" pitchFamily="49" charset="0"/>
            </a:endParaRPr>
          </a:p>
        </p:txBody>
      </p:sp>
      <p:sp>
        <p:nvSpPr>
          <p:cNvPr id="2" name="Arrow: Right 1" descr="the font size of 18px is the red flag here.">
            <a:extLst>
              <a:ext uri="{FF2B5EF4-FFF2-40B4-BE49-F238E27FC236}">
                <a16:creationId xmlns:a16="http://schemas.microsoft.com/office/drawing/2014/main" id="{C544235C-FF90-46C6-C840-C3DA847DE596}"/>
              </a:ext>
            </a:extLst>
          </p:cNvPr>
          <p:cNvSpPr/>
          <p:nvPr/>
        </p:nvSpPr>
        <p:spPr>
          <a:xfrm flipH="1">
            <a:off x="4537074" y="5099049"/>
            <a:ext cx="1235075" cy="61912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rgbClr val="FF0000"/>
              </a:solidFill>
            </a:endParaRPr>
          </a:p>
        </p:txBody>
      </p:sp>
    </p:spTree>
    <p:extLst>
      <p:ext uri="{BB962C8B-B14F-4D97-AF65-F5344CB8AC3E}">
        <p14:creationId xmlns:p14="http://schemas.microsoft.com/office/powerpoint/2010/main" val="20987192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52F21-E83C-71EF-F45C-92D317414554}"/>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943D2280-54BB-0B47-94EC-2E4C78330AB1}"/>
              </a:ext>
            </a:extLst>
          </p:cNvPr>
          <p:cNvSpPr>
            <a:spLocks noGrp="1"/>
          </p:cNvSpPr>
          <p:nvPr>
            <p:ph type="title"/>
          </p:nvPr>
        </p:nvSpPr>
        <p:spPr>
          <a:xfrm>
            <a:off x="407988" y="152401"/>
            <a:ext cx="11540172" cy="1532020"/>
          </a:xfrm>
          <a:ln>
            <a:noFill/>
          </a:ln>
        </p:spPr>
        <p:txBody>
          <a:bodyPr>
            <a:normAutofit/>
          </a:bodyPr>
          <a:lstStyle/>
          <a:p>
            <a:r>
              <a:rPr lang="en-CA" sz="4000" dirty="0"/>
              <a:t>Font Size “</a:t>
            </a:r>
            <a:r>
              <a:rPr lang="en-CA" sz="4000" dirty="0" err="1"/>
              <a:t>px</a:t>
            </a:r>
            <a:r>
              <a:rPr lang="en-CA" sz="4000" dirty="0"/>
              <a:t> / pt” Mix-Up </a:t>
            </a:r>
            <a:br>
              <a:rPr lang="en-CA" sz="4000" dirty="0"/>
            </a:br>
            <a:r>
              <a:rPr lang="en-CA" sz="4000" dirty="0"/>
              <a:t>&gt; Page Author Side</a:t>
            </a:r>
            <a:endParaRPr lang="en-DK" sz="4000" dirty="0"/>
          </a:p>
        </p:txBody>
      </p:sp>
      <p:sp>
        <p:nvSpPr>
          <p:cNvPr id="12" name="Text Placeholder 11">
            <a:extLst>
              <a:ext uri="{FF2B5EF4-FFF2-40B4-BE49-F238E27FC236}">
                <a16:creationId xmlns:a16="http://schemas.microsoft.com/office/drawing/2014/main" id="{12D69BFD-627B-8FB0-B48B-F3E1946A03F5}"/>
              </a:ext>
            </a:extLst>
          </p:cNvPr>
          <p:cNvSpPr>
            <a:spLocks noGrp="1"/>
          </p:cNvSpPr>
          <p:nvPr>
            <p:ph type="body" sz="quarter" idx="19"/>
          </p:nvPr>
        </p:nvSpPr>
        <p:spPr>
          <a:xfrm>
            <a:off x="407988" y="1790700"/>
            <a:ext cx="11376025" cy="4791075"/>
          </a:xfrm>
          <a:ln>
            <a:noFill/>
          </a:ln>
        </p:spPr>
        <p:txBody>
          <a:bodyPr>
            <a:noAutofit/>
          </a:bodyPr>
          <a:lstStyle/>
          <a:p>
            <a:pPr>
              <a:lnSpc>
                <a:spcPct val="125000"/>
              </a:lnSpc>
            </a:pPr>
            <a:r>
              <a:rPr lang="en-US" sz="2800" dirty="0"/>
              <a:t>WCAG: “large” text doesn’t need as much contrast. </a:t>
            </a:r>
          </a:p>
          <a:p>
            <a:pPr>
              <a:lnSpc>
                <a:spcPct val="125000"/>
              </a:lnSpc>
            </a:pPr>
            <a:r>
              <a:rPr lang="en-US" sz="2800" dirty="0"/>
              <a:t>WCAG uses: </a:t>
            </a:r>
            <a:r>
              <a:rPr lang="en-US" sz="2800" b="1" dirty="0"/>
              <a:t>pt</a:t>
            </a:r>
            <a:r>
              <a:rPr lang="en-US" sz="2800" dirty="0"/>
              <a:t>.</a:t>
            </a:r>
          </a:p>
          <a:p>
            <a:r>
              <a:rPr lang="en-US" sz="2800" dirty="0"/>
              <a:t>Most real-world CSS uses: </a:t>
            </a:r>
            <a:r>
              <a:rPr lang="en-US" sz="2800" b="1" dirty="0" err="1"/>
              <a:t>px</a:t>
            </a:r>
            <a:r>
              <a:rPr lang="en-US" sz="2800" dirty="0"/>
              <a:t>.</a:t>
            </a:r>
          </a:p>
          <a:p>
            <a:pPr>
              <a:lnSpc>
                <a:spcPct val="125000"/>
              </a:lnSpc>
            </a:pPr>
            <a:r>
              <a:rPr lang="en-US" sz="2800" dirty="0"/>
              <a:t>Browser </a:t>
            </a:r>
            <a:r>
              <a:rPr lang="en-US" sz="2800" dirty="0" err="1"/>
              <a:t>devtools</a:t>
            </a:r>
            <a:r>
              <a:rPr lang="en-US" sz="2800" dirty="0"/>
              <a:t> (“computed properties”) uses: </a:t>
            </a:r>
            <a:r>
              <a:rPr lang="en-US" sz="2800" b="1" dirty="0" err="1"/>
              <a:t>px</a:t>
            </a:r>
            <a:r>
              <a:rPr lang="en-US" sz="2800" dirty="0"/>
              <a:t>.</a:t>
            </a:r>
          </a:p>
          <a:p>
            <a:pPr>
              <a:lnSpc>
                <a:spcPct val="125000"/>
              </a:lnSpc>
            </a:pPr>
            <a:r>
              <a:rPr lang="en-US" sz="2800" b="1" dirty="0"/>
              <a:t>Yards vs. feet</a:t>
            </a:r>
            <a:r>
              <a:rPr lang="en-US" sz="2800" dirty="0"/>
              <a:t>.</a:t>
            </a:r>
          </a:p>
          <a:p>
            <a:pPr lvl="1">
              <a:lnSpc>
                <a:spcPct val="125000"/>
              </a:lnSpc>
            </a:pPr>
            <a:r>
              <a:rPr lang="en-US" sz="2800" dirty="0"/>
              <a:t>House setback: 8 yards.</a:t>
            </a:r>
          </a:p>
          <a:p>
            <a:pPr lvl="1">
              <a:lnSpc>
                <a:spcPct val="125000"/>
              </a:lnSpc>
            </a:pPr>
            <a:r>
              <a:rPr lang="en-US" sz="2800" dirty="0"/>
              <a:t>8 feet &lt; 8 yards.</a:t>
            </a:r>
          </a:p>
        </p:txBody>
      </p:sp>
    </p:spTree>
    <p:extLst>
      <p:ext uri="{BB962C8B-B14F-4D97-AF65-F5344CB8AC3E}">
        <p14:creationId xmlns:p14="http://schemas.microsoft.com/office/powerpoint/2010/main" val="219642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249"/>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249"/>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249"/>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249"/>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249"/>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249"/>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5EDED-F54C-5672-ADB2-7DE0CBE3D193}"/>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052EEDD1-5A05-7DED-AB14-E75FFE94D739}"/>
              </a:ext>
            </a:extLst>
          </p:cNvPr>
          <p:cNvSpPr>
            <a:spLocks noGrp="1"/>
          </p:cNvSpPr>
          <p:nvPr>
            <p:ph type="title"/>
          </p:nvPr>
        </p:nvSpPr>
        <p:spPr>
          <a:xfrm>
            <a:off x="407988" y="152401"/>
            <a:ext cx="11540172" cy="723900"/>
          </a:xfrm>
          <a:ln>
            <a:noFill/>
          </a:ln>
        </p:spPr>
        <p:txBody>
          <a:bodyPr>
            <a:normAutofit/>
          </a:bodyPr>
          <a:lstStyle/>
          <a:p>
            <a:r>
              <a:rPr lang="en-CA" sz="4000" dirty="0"/>
              <a:t>Font Size “</a:t>
            </a:r>
            <a:r>
              <a:rPr lang="en-CA" sz="4000" dirty="0" err="1"/>
              <a:t>px</a:t>
            </a:r>
            <a:r>
              <a:rPr lang="en-CA" sz="4000" dirty="0"/>
              <a:t> / pt” Mix-Up – Danger Zone</a:t>
            </a:r>
            <a:endParaRPr lang="en-DK" sz="4000" dirty="0"/>
          </a:p>
        </p:txBody>
      </p:sp>
      <p:pic>
        <p:nvPicPr>
          <p:cNvPr id="15" name="Picture 14" descr="Table showing that the &quot;danger zone&quot; of this mix-up is between 18px and 23.99px.">
            <a:extLst>
              <a:ext uri="{FF2B5EF4-FFF2-40B4-BE49-F238E27FC236}">
                <a16:creationId xmlns:a16="http://schemas.microsoft.com/office/drawing/2014/main" id="{682BDCDC-0DCA-0F18-023C-0B77A6AC159A}"/>
              </a:ext>
            </a:extLst>
          </p:cNvPr>
          <p:cNvPicPr>
            <a:picLocks noChangeAspect="1"/>
          </p:cNvPicPr>
          <p:nvPr/>
        </p:nvPicPr>
        <p:blipFill>
          <a:blip r:embed="rId3"/>
          <a:stretch>
            <a:fillRect/>
          </a:stretch>
        </p:blipFill>
        <p:spPr>
          <a:xfrm>
            <a:off x="2884488" y="876301"/>
            <a:ext cx="6587172" cy="5688283"/>
          </a:xfrm>
          <a:prstGeom prst="rect">
            <a:avLst/>
          </a:prstGeom>
        </p:spPr>
      </p:pic>
    </p:spTree>
    <p:extLst>
      <p:ext uri="{BB962C8B-B14F-4D97-AF65-F5344CB8AC3E}">
        <p14:creationId xmlns:p14="http://schemas.microsoft.com/office/powerpoint/2010/main" val="31590415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A7B62-67D2-CA90-F521-F2432F4D78D6}"/>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B92A16BC-E6D3-5A34-82A0-051070C4AD6B}"/>
              </a:ext>
            </a:extLst>
          </p:cNvPr>
          <p:cNvSpPr>
            <a:spLocks noGrp="1"/>
          </p:cNvSpPr>
          <p:nvPr>
            <p:ph type="title"/>
          </p:nvPr>
        </p:nvSpPr>
        <p:spPr>
          <a:xfrm>
            <a:off x="407988" y="152401"/>
            <a:ext cx="11540172" cy="723900"/>
          </a:xfrm>
          <a:ln>
            <a:noFill/>
          </a:ln>
        </p:spPr>
        <p:txBody>
          <a:bodyPr>
            <a:noAutofit/>
          </a:bodyPr>
          <a:lstStyle/>
          <a:p>
            <a:r>
              <a:rPr lang="en-CA" sz="4000" dirty="0"/>
              <a:t>Font Size “</a:t>
            </a:r>
            <a:r>
              <a:rPr lang="en-CA" sz="4000" dirty="0" err="1"/>
              <a:t>px</a:t>
            </a:r>
            <a:r>
              <a:rPr lang="en-CA" sz="4000" dirty="0"/>
              <a:t> / pt” Mix-Up  </a:t>
            </a:r>
            <a:br>
              <a:rPr lang="en-CA" sz="4000" dirty="0"/>
            </a:br>
            <a:r>
              <a:rPr lang="en-CA" sz="4000" dirty="0"/>
              <a:t>&gt; User Impact</a:t>
            </a:r>
            <a:endParaRPr lang="en-DK" sz="4000" dirty="0"/>
          </a:p>
        </p:txBody>
      </p:sp>
      <p:sp>
        <p:nvSpPr>
          <p:cNvPr id="12" name="Text Placeholder 11">
            <a:extLst>
              <a:ext uri="{FF2B5EF4-FFF2-40B4-BE49-F238E27FC236}">
                <a16:creationId xmlns:a16="http://schemas.microsoft.com/office/drawing/2014/main" id="{946EC34A-8F9A-F5C3-543F-CD60C6B326BB}"/>
              </a:ext>
            </a:extLst>
          </p:cNvPr>
          <p:cNvSpPr>
            <a:spLocks noGrp="1"/>
          </p:cNvSpPr>
          <p:nvPr>
            <p:ph type="body" sz="quarter" idx="19"/>
          </p:nvPr>
        </p:nvSpPr>
        <p:spPr>
          <a:xfrm>
            <a:off x="407988" y="1473200"/>
            <a:ext cx="11376025" cy="5108575"/>
          </a:xfrm>
          <a:ln>
            <a:noFill/>
          </a:ln>
        </p:spPr>
        <p:txBody>
          <a:bodyPr>
            <a:noAutofit/>
          </a:bodyPr>
          <a:lstStyle/>
          <a:p>
            <a:pPr>
              <a:lnSpc>
                <a:spcPct val="125000"/>
              </a:lnSpc>
            </a:pPr>
            <a:endParaRPr lang="en-US" sz="2800" dirty="0"/>
          </a:p>
          <a:p>
            <a:pPr>
              <a:lnSpc>
                <a:spcPct val="125000"/>
              </a:lnSpc>
            </a:pPr>
            <a:r>
              <a:rPr lang="en-US" sz="2800" dirty="0"/>
              <a:t>The well-known impact of insufficient contrast, from WCAG: "People with low vision often have difficulty reading text that does not contrast with its background."</a:t>
            </a:r>
          </a:p>
        </p:txBody>
      </p:sp>
    </p:spTree>
    <p:extLst>
      <p:ext uri="{BB962C8B-B14F-4D97-AF65-F5344CB8AC3E}">
        <p14:creationId xmlns:p14="http://schemas.microsoft.com/office/powerpoint/2010/main" val="34554924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CAD70-5CE1-06BB-0F4E-9B1BBE39CDEB}"/>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EB175F6D-EA00-F3BC-D7C3-3F251D793770}"/>
              </a:ext>
            </a:extLst>
          </p:cNvPr>
          <p:cNvSpPr>
            <a:spLocks noGrp="1"/>
          </p:cNvSpPr>
          <p:nvPr>
            <p:ph type="title"/>
          </p:nvPr>
        </p:nvSpPr>
        <p:spPr>
          <a:xfrm>
            <a:off x="407988" y="152401"/>
            <a:ext cx="11540172" cy="723900"/>
          </a:xfrm>
          <a:ln>
            <a:noFill/>
          </a:ln>
        </p:spPr>
        <p:txBody>
          <a:bodyPr>
            <a:noAutofit/>
          </a:bodyPr>
          <a:lstStyle/>
          <a:p>
            <a:r>
              <a:rPr lang="en-CA" sz="4000" dirty="0"/>
              <a:t>Font Size “</a:t>
            </a:r>
            <a:r>
              <a:rPr lang="en-CA" sz="4000" dirty="0" err="1"/>
              <a:t>px</a:t>
            </a:r>
            <a:r>
              <a:rPr lang="en-CA" sz="4000" dirty="0"/>
              <a:t> / pt” Mix-Up  </a:t>
            </a:r>
            <a:br>
              <a:rPr lang="en-CA" sz="4000" dirty="0"/>
            </a:br>
            <a:r>
              <a:rPr lang="en-CA" sz="4000" dirty="0"/>
              <a:t>&gt; CSS After Fix Option A (Increase Contrast)</a:t>
            </a:r>
            <a:endParaRPr lang="en-DK" sz="4000" dirty="0"/>
          </a:p>
        </p:txBody>
      </p:sp>
      <p:sp>
        <p:nvSpPr>
          <p:cNvPr id="12" name="Text Placeholder 11">
            <a:extLst>
              <a:ext uri="{FF2B5EF4-FFF2-40B4-BE49-F238E27FC236}">
                <a16:creationId xmlns:a16="http://schemas.microsoft.com/office/drawing/2014/main" id="{4E57D7C8-6B40-16D7-A3EB-EFE90A1FF966}"/>
              </a:ext>
            </a:extLst>
          </p:cNvPr>
          <p:cNvSpPr>
            <a:spLocks noGrp="1"/>
          </p:cNvSpPr>
          <p:nvPr>
            <p:ph type="body" sz="quarter" idx="19"/>
          </p:nvPr>
        </p:nvSpPr>
        <p:spPr>
          <a:xfrm>
            <a:off x="407988" y="1105469"/>
            <a:ext cx="11376025" cy="5476306"/>
          </a:xfrm>
          <a:ln>
            <a:noFill/>
          </a:ln>
        </p:spPr>
        <p:txBody>
          <a:bodyPr>
            <a:noAutofit/>
          </a:bodyPr>
          <a:lstStyle/>
          <a:p>
            <a:pPr marL="0" indent="0">
              <a:buNone/>
            </a:pPr>
            <a:endParaRPr lang="en-US" sz="2800" dirty="0">
              <a:latin typeface="Consolas" panose="020B0609020204030204" pitchFamily="49" charset="0"/>
            </a:endParaRPr>
          </a:p>
          <a:p>
            <a:pPr marL="0" indent="0">
              <a:buNone/>
            </a:pPr>
            <a:r>
              <a:rPr lang="en-US" sz="2800" dirty="0">
                <a:latin typeface="Consolas" panose="020B0609020204030204" pitchFamily="49" charset="0"/>
              </a:rPr>
              <a:t>.</a:t>
            </a:r>
            <a:r>
              <a:rPr lang="en-US" sz="2800" dirty="0" err="1">
                <a:latin typeface="Consolas" panose="020B0609020204030204" pitchFamily="49" charset="0"/>
              </a:rPr>
              <a:t>cta</a:t>
            </a:r>
            <a:r>
              <a:rPr lang="en-US" sz="2800" dirty="0">
                <a:latin typeface="Consolas" panose="020B0609020204030204" pitchFamily="49" charset="0"/>
              </a:rPr>
              <a:t>-button {</a:t>
            </a:r>
          </a:p>
          <a:p>
            <a:pPr marL="0" indent="0">
              <a:buNone/>
            </a:pPr>
            <a:r>
              <a:rPr lang="en-US" sz="2800" dirty="0">
                <a:latin typeface="Consolas" panose="020B0609020204030204" pitchFamily="49" charset="0"/>
              </a:rPr>
              <a:t>	background-color: </a:t>
            </a:r>
            <a:r>
              <a:rPr lang="en-US" sz="2800" dirty="0" err="1">
                <a:latin typeface="Consolas" panose="020B0609020204030204" pitchFamily="49" charset="0"/>
              </a:rPr>
              <a:t>rgb</a:t>
            </a:r>
            <a:r>
              <a:rPr lang="en-US" sz="2800" dirty="0">
                <a:latin typeface="Consolas" panose="020B0609020204030204" pitchFamily="49" charset="0"/>
              </a:rPr>
              <a:t>(91, 91, 91);</a:t>
            </a:r>
          </a:p>
          <a:p>
            <a:pPr marL="0" indent="0">
              <a:buNone/>
            </a:pPr>
            <a:r>
              <a:rPr lang="en-US" sz="2800" dirty="0">
                <a:latin typeface="Consolas" panose="020B0609020204030204" pitchFamily="49" charset="0"/>
              </a:rPr>
              <a:t>	</a:t>
            </a:r>
            <a:r>
              <a:rPr lang="en-US" sz="2800" dirty="0">
                <a:highlight>
                  <a:srgbClr val="FFFF00"/>
                </a:highlight>
                <a:latin typeface="Consolas" panose="020B0609020204030204" pitchFamily="49" charset="0"/>
              </a:rPr>
              <a:t>color: </a:t>
            </a:r>
            <a:r>
              <a:rPr lang="en-US" sz="2800" dirty="0" err="1">
                <a:highlight>
                  <a:srgbClr val="FFFF00"/>
                </a:highlight>
                <a:latin typeface="Consolas" panose="020B0609020204030204" pitchFamily="49" charset="0"/>
              </a:rPr>
              <a:t>rgb</a:t>
            </a:r>
            <a:r>
              <a:rPr lang="en-US" sz="2800" dirty="0">
                <a:highlight>
                  <a:srgbClr val="FFFF00"/>
                </a:highlight>
                <a:latin typeface="Consolas" panose="020B0609020204030204" pitchFamily="49" charset="0"/>
              </a:rPr>
              <a:t>(211, 211, 211); /* gives 4.5:1 contrast */</a:t>
            </a:r>
          </a:p>
          <a:p>
            <a:pPr marL="0" indent="0">
              <a:buNone/>
            </a:pPr>
            <a:r>
              <a:rPr lang="en-US" sz="2800" dirty="0">
                <a:latin typeface="Consolas" panose="020B0609020204030204" pitchFamily="49" charset="0"/>
              </a:rPr>
              <a:t>	font-size: 18px;</a:t>
            </a:r>
          </a:p>
          <a:p>
            <a:pPr marL="0" indent="0">
              <a:buNone/>
            </a:pPr>
            <a:r>
              <a:rPr lang="en-US" sz="2800" dirty="0">
                <a:latin typeface="Consolas" panose="020B0609020204030204" pitchFamily="49" charset="0"/>
              </a:rPr>
              <a:t>}</a:t>
            </a:r>
          </a:p>
        </p:txBody>
      </p:sp>
      <p:pic>
        <p:nvPicPr>
          <p:cNvPr id="8" name="Picture 7" descr="screenshot of a button named &quot;create an account&quot;.">
            <a:extLst>
              <a:ext uri="{FF2B5EF4-FFF2-40B4-BE49-F238E27FC236}">
                <a16:creationId xmlns:a16="http://schemas.microsoft.com/office/drawing/2014/main" id="{C768B948-F554-2081-B3EB-8BD36A730C3E}"/>
              </a:ext>
            </a:extLst>
          </p:cNvPr>
          <p:cNvPicPr>
            <a:picLocks noChangeAspect="1"/>
          </p:cNvPicPr>
          <p:nvPr/>
        </p:nvPicPr>
        <p:blipFill>
          <a:blip r:embed="rId3"/>
          <a:stretch>
            <a:fillRect/>
          </a:stretch>
        </p:blipFill>
        <p:spPr>
          <a:xfrm>
            <a:off x="349021" y="4664724"/>
            <a:ext cx="3686689" cy="781159"/>
          </a:xfrm>
          <a:prstGeom prst="rect">
            <a:avLst/>
          </a:prstGeom>
        </p:spPr>
      </p:pic>
      <p:sp>
        <p:nvSpPr>
          <p:cNvPr id="3" name="Text Placeholder 11">
            <a:extLst>
              <a:ext uri="{FF2B5EF4-FFF2-40B4-BE49-F238E27FC236}">
                <a16:creationId xmlns:a16="http://schemas.microsoft.com/office/drawing/2014/main" id="{708E8B71-FA02-8FC3-9ED0-48537B1A4834}"/>
              </a:ext>
            </a:extLst>
          </p:cNvPr>
          <p:cNvSpPr txBox="1">
            <a:spLocks/>
          </p:cNvSpPr>
          <p:nvPr/>
        </p:nvSpPr>
        <p:spPr>
          <a:xfrm>
            <a:off x="4230020" y="4755497"/>
            <a:ext cx="4380580" cy="690386"/>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en-US" sz="2800" dirty="0">
                <a:sym typeface="Wingdings" panose="05000000000000000000" pitchFamily="2" charset="2"/>
              </a:rPr>
              <a:t> Before. 3.3:1 contrast.</a:t>
            </a:r>
            <a:endParaRPr lang="en-US" sz="2800" dirty="0"/>
          </a:p>
        </p:txBody>
      </p:sp>
      <p:pic>
        <p:nvPicPr>
          <p:cNvPr id="10" name="Picture 9" descr="screenshot of a button named &quot;create an account&quot;, now with lighter text.">
            <a:extLst>
              <a:ext uri="{FF2B5EF4-FFF2-40B4-BE49-F238E27FC236}">
                <a16:creationId xmlns:a16="http://schemas.microsoft.com/office/drawing/2014/main" id="{0A168F46-968D-B068-7CE5-5CEC85E7ABAD}"/>
              </a:ext>
            </a:extLst>
          </p:cNvPr>
          <p:cNvPicPr>
            <a:picLocks noChangeAspect="1"/>
          </p:cNvPicPr>
          <p:nvPr/>
        </p:nvPicPr>
        <p:blipFill>
          <a:blip r:embed="rId4"/>
          <a:stretch>
            <a:fillRect/>
          </a:stretch>
        </p:blipFill>
        <p:spPr>
          <a:xfrm>
            <a:off x="349021" y="5594176"/>
            <a:ext cx="3629532" cy="743054"/>
          </a:xfrm>
          <a:prstGeom prst="rect">
            <a:avLst/>
          </a:prstGeom>
        </p:spPr>
      </p:pic>
      <p:sp>
        <p:nvSpPr>
          <p:cNvPr id="6" name="Text Placeholder 11">
            <a:extLst>
              <a:ext uri="{FF2B5EF4-FFF2-40B4-BE49-F238E27FC236}">
                <a16:creationId xmlns:a16="http://schemas.microsoft.com/office/drawing/2014/main" id="{A017894B-1DAA-62B5-A4CB-2BCD437353D3}"/>
              </a:ext>
            </a:extLst>
          </p:cNvPr>
          <p:cNvSpPr txBox="1">
            <a:spLocks/>
          </p:cNvSpPr>
          <p:nvPr/>
        </p:nvSpPr>
        <p:spPr>
          <a:xfrm>
            <a:off x="4230020" y="5646844"/>
            <a:ext cx="4177380" cy="690386"/>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en-US" sz="2800" dirty="0">
                <a:sym typeface="Wingdings" panose="05000000000000000000" pitchFamily="2" charset="2"/>
              </a:rPr>
              <a:t> After.  4.5:1 contrast.</a:t>
            </a:r>
            <a:endParaRPr lang="en-US" sz="2800" dirty="0"/>
          </a:p>
        </p:txBody>
      </p:sp>
    </p:spTree>
    <p:extLst>
      <p:ext uri="{BB962C8B-B14F-4D97-AF65-F5344CB8AC3E}">
        <p14:creationId xmlns:p14="http://schemas.microsoft.com/office/powerpoint/2010/main" val="40147567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E328-32B7-E989-0500-A039BF41D797}"/>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03787846-64BB-6651-83ED-A3C296E80B3D}"/>
              </a:ext>
            </a:extLst>
          </p:cNvPr>
          <p:cNvSpPr>
            <a:spLocks noGrp="1"/>
          </p:cNvSpPr>
          <p:nvPr>
            <p:ph type="title"/>
          </p:nvPr>
        </p:nvSpPr>
        <p:spPr>
          <a:xfrm>
            <a:off x="407988" y="152401"/>
            <a:ext cx="11540172" cy="723900"/>
          </a:xfrm>
          <a:ln>
            <a:noFill/>
          </a:ln>
        </p:spPr>
        <p:txBody>
          <a:bodyPr>
            <a:noAutofit/>
          </a:bodyPr>
          <a:lstStyle/>
          <a:p>
            <a:r>
              <a:rPr lang="en-CA" sz="4000" dirty="0"/>
              <a:t>Font Size “</a:t>
            </a:r>
            <a:r>
              <a:rPr lang="en-CA" sz="4000" dirty="0" err="1"/>
              <a:t>px</a:t>
            </a:r>
            <a:r>
              <a:rPr lang="en-CA" sz="4000" dirty="0"/>
              <a:t> / pt” Mix-Up</a:t>
            </a:r>
            <a:br>
              <a:rPr lang="en-CA" sz="4000" dirty="0"/>
            </a:br>
            <a:r>
              <a:rPr lang="en-CA" sz="4000" dirty="0"/>
              <a:t>&gt; CSS After Fix Option B (Increase Font Size)</a:t>
            </a:r>
            <a:endParaRPr lang="en-DK" sz="4000" dirty="0"/>
          </a:p>
        </p:txBody>
      </p:sp>
      <p:sp>
        <p:nvSpPr>
          <p:cNvPr id="12" name="Text Placeholder 11">
            <a:extLst>
              <a:ext uri="{FF2B5EF4-FFF2-40B4-BE49-F238E27FC236}">
                <a16:creationId xmlns:a16="http://schemas.microsoft.com/office/drawing/2014/main" id="{A274E490-1C1B-8DC6-FF93-17B6CBE14628}"/>
              </a:ext>
            </a:extLst>
          </p:cNvPr>
          <p:cNvSpPr>
            <a:spLocks noGrp="1"/>
          </p:cNvSpPr>
          <p:nvPr>
            <p:ph type="body" sz="quarter" idx="19"/>
          </p:nvPr>
        </p:nvSpPr>
        <p:spPr>
          <a:xfrm>
            <a:off x="407988" y="1132764"/>
            <a:ext cx="11376025" cy="5449011"/>
          </a:xfrm>
          <a:ln>
            <a:noFill/>
          </a:ln>
        </p:spPr>
        <p:txBody>
          <a:bodyPr>
            <a:noAutofit/>
          </a:bodyPr>
          <a:lstStyle/>
          <a:p>
            <a:pPr marL="0" indent="0">
              <a:buNone/>
            </a:pPr>
            <a:endParaRPr lang="en-US" sz="2800" dirty="0">
              <a:latin typeface="Consolas" panose="020B0609020204030204" pitchFamily="49" charset="0"/>
            </a:endParaRPr>
          </a:p>
          <a:p>
            <a:pPr marL="0" indent="0">
              <a:buNone/>
            </a:pPr>
            <a:r>
              <a:rPr lang="en-US" sz="2800" dirty="0">
                <a:latin typeface="Consolas" panose="020B0609020204030204" pitchFamily="49" charset="0"/>
              </a:rPr>
              <a:t>.</a:t>
            </a:r>
            <a:r>
              <a:rPr lang="en-US" sz="2800" dirty="0" err="1">
                <a:latin typeface="Consolas" panose="020B0609020204030204" pitchFamily="49" charset="0"/>
              </a:rPr>
              <a:t>cta</a:t>
            </a:r>
            <a:r>
              <a:rPr lang="en-US" sz="2800" dirty="0">
                <a:latin typeface="Consolas" panose="020B0609020204030204" pitchFamily="49" charset="0"/>
              </a:rPr>
              <a:t>-button {</a:t>
            </a:r>
          </a:p>
          <a:p>
            <a:pPr marL="0" indent="0">
              <a:buNone/>
            </a:pPr>
            <a:r>
              <a:rPr lang="en-US" sz="2800" dirty="0">
                <a:latin typeface="Consolas" panose="020B0609020204030204" pitchFamily="49" charset="0"/>
              </a:rPr>
              <a:t>	background-color: </a:t>
            </a:r>
            <a:r>
              <a:rPr lang="en-US" sz="2800" dirty="0" err="1">
                <a:latin typeface="Consolas" panose="020B0609020204030204" pitchFamily="49" charset="0"/>
              </a:rPr>
              <a:t>rgb</a:t>
            </a:r>
            <a:r>
              <a:rPr lang="en-US" sz="2800" dirty="0">
                <a:latin typeface="Consolas" panose="020B0609020204030204" pitchFamily="49" charset="0"/>
              </a:rPr>
              <a:t>(91, 91, 91);</a:t>
            </a:r>
          </a:p>
          <a:p>
            <a:pPr marL="0" indent="0">
              <a:buNone/>
            </a:pPr>
            <a:r>
              <a:rPr lang="en-US" sz="2800" dirty="0">
                <a:latin typeface="Consolas" panose="020B0609020204030204" pitchFamily="49" charset="0"/>
              </a:rPr>
              <a:t>	color: </a:t>
            </a:r>
            <a:r>
              <a:rPr lang="en-US" sz="2800" dirty="0" err="1">
                <a:latin typeface="Consolas" panose="020B0609020204030204" pitchFamily="49" charset="0"/>
              </a:rPr>
              <a:t>rgb</a:t>
            </a:r>
            <a:r>
              <a:rPr lang="en-US" sz="2800" dirty="0">
                <a:latin typeface="Consolas" panose="020B0609020204030204" pitchFamily="49" charset="0"/>
              </a:rPr>
              <a:t>(181, 181, 181);</a:t>
            </a:r>
          </a:p>
          <a:p>
            <a:pPr marL="0" indent="0">
              <a:buNone/>
            </a:pPr>
            <a:r>
              <a:rPr lang="en-US" sz="2800" dirty="0">
                <a:latin typeface="Consolas" panose="020B0609020204030204" pitchFamily="49" charset="0"/>
              </a:rPr>
              <a:t>	</a:t>
            </a:r>
            <a:r>
              <a:rPr lang="en-US" sz="2800" dirty="0">
                <a:highlight>
                  <a:srgbClr val="FFFF00"/>
                </a:highlight>
                <a:latin typeface="Consolas" panose="020B0609020204030204" pitchFamily="49" charset="0"/>
              </a:rPr>
              <a:t>font-size: 24px; /* equals 18pt = WCAG's "large" */</a:t>
            </a:r>
          </a:p>
          <a:p>
            <a:pPr marL="0" indent="0">
              <a:buNone/>
            </a:pPr>
            <a:r>
              <a:rPr lang="en-US" sz="2800" dirty="0">
                <a:latin typeface="Consolas" panose="020B0609020204030204" pitchFamily="49" charset="0"/>
              </a:rPr>
              <a:t>}</a:t>
            </a:r>
          </a:p>
        </p:txBody>
      </p:sp>
      <p:pic>
        <p:nvPicPr>
          <p:cNvPr id="11" name="Picture 10" descr="screenshot of a button named &quot;create an account&quot;.">
            <a:extLst>
              <a:ext uri="{FF2B5EF4-FFF2-40B4-BE49-F238E27FC236}">
                <a16:creationId xmlns:a16="http://schemas.microsoft.com/office/drawing/2014/main" id="{31729523-55C9-B1B0-9BBC-D293FB249186}"/>
              </a:ext>
            </a:extLst>
          </p:cNvPr>
          <p:cNvPicPr>
            <a:picLocks noChangeAspect="1"/>
          </p:cNvPicPr>
          <p:nvPr/>
        </p:nvPicPr>
        <p:blipFill>
          <a:blip r:embed="rId3"/>
          <a:stretch>
            <a:fillRect/>
          </a:stretch>
        </p:blipFill>
        <p:spPr>
          <a:xfrm>
            <a:off x="407987" y="4553416"/>
            <a:ext cx="3686689" cy="781159"/>
          </a:xfrm>
          <a:prstGeom prst="rect">
            <a:avLst/>
          </a:prstGeom>
        </p:spPr>
      </p:pic>
      <p:sp>
        <p:nvSpPr>
          <p:cNvPr id="16" name="Text Placeholder 11">
            <a:extLst>
              <a:ext uri="{FF2B5EF4-FFF2-40B4-BE49-F238E27FC236}">
                <a16:creationId xmlns:a16="http://schemas.microsoft.com/office/drawing/2014/main" id="{37EC66B8-DAF2-14E1-F8F5-37A0D37EACC1}"/>
              </a:ext>
            </a:extLst>
          </p:cNvPr>
          <p:cNvSpPr txBox="1">
            <a:spLocks/>
          </p:cNvSpPr>
          <p:nvPr/>
        </p:nvSpPr>
        <p:spPr>
          <a:xfrm>
            <a:off x="4094676" y="4644189"/>
            <a:ext cx="4427024" cy="690386"/>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en-US" sz="2800" dirty="0">
                <a:sym typeface="Wingdings" panose="05000000000000000000" pitchFamily="2" charset="2"/>
              </a:rPr>
              <a:t> Before. 3.3:1 contrast.</a:t>
            </a:r>
            <a:endParaRPr lang="en-US" sz="2800" dirty="0"/>
          </a:p>
        </p:txBody>
      </p:sp>
      <p:pic>
        <p:nvPicPr>
          <p:cNvPr id="15" name="Picture 14" descr="screenshot of a button named &quot;create an account&quot;, now with larger text.">
            <a:extLst>
              <a:ext uri="{FF2B5EF4-FFF2-40B4-BE49-F238E27FC236}">
                <a16:creationId xmlns:a16="http://schemas.microsoft.com/office/drawing/2014/main" id="{9795FFE5-0D20-51CB-7F91-79C8BD743977}"/>
              </a:ext>
            </a:extLst>
          </p:cNvPr>
          <p:cNvPicPr>
            <a:picLocks noChangeAspect="1"/>
          </p:cNvPicPr>
          <p:nvPr/>
        </p:nvPicPr>
        <p:blipFill>
          <a:blip r:embed="rId4"/>
          <a:stretch>
            <a:fillRect/>
          </a:stretch>
        </p:blipFill>
        <p:spPr>
          <a:xfrm>
            <a:off x="407987" y="5443794"/>
            <a:ext cx="4706007" cy="857370"/>
          </a:xfrm>
          <a:prstGeom prst="rect">
            <a:avLst/>
          </a:prstGeom>
        </p:spPr>
      </p:pic>
      <p:sp>
        <p:nvSpPr>
          <p:cNvPr id="19" name="Text Placeholder 11">
            <a:extLst>
              <a:ext uri="{FF2B5EF4-FFF2-40B4-BE49-F238E27FC236}">
                <a16:creationId xmlns:a16="http://schemas.microsoft.com/office/drawing/2014/main" id="{6426F713-AFBA-22BD-8F3A-417B7AE3AF66}"/>
              </a:ext>
            </a:extLst>
          </p:cNvPr>
          <p:cNvSpPr txBox="1">
            <a:spLocks/>
          </p:cNvSpPr>
          <p:nvPr/>
        </p:nvSpPr>
        <p:spPr>
          <a:xfrm>
            <a:off x="5245084" y="5612982"/>
            <a:ext cx="4706007" cy="690386"/>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en-US" sz="2800" dirty="0">
                <a:sym typeface="Wingdings" panose="05000000000000000000" pitchFamily="2" charset="2"/>
              </a:rPr>
              <a:t> After. Still 3.3:1 contrast.</a:t>
            </a:r>
            <a:endParaRPr lang="en-US" sz="2800" dirty="0"/>
          </a:p>
        </p:txBody>
      </p:sp>
    </p:spTree>
    <p:extLst>
      <p:ext uri="{BB962C8B-B14F-4D97-AF65-F5344CB8AC3E}">
        <p14:creationId xmlns:p14="http://schemas.microsoft.com/office/powerpoint/2010/main" val="32048230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29C00-979B-E4FD-C71A-E0C9BBDF2D51}"/>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11382202-F849-4BA4-F5B3-82155BCA1B66}"/>
              </a:ext>
            </a:extLst>
          </p:cNvPr>
          <p:cNvSpPr>
            <a:spLocks noGrp="1"/>
          </p:cNvSpPr>
          <p:nvPr>
            <p:ph type="title"/>
          </p:nvPr>
        </p:nvSpPr>
        <p:spPr>
          <a:xfrm>
            <a:off x="407988" y="152401"/>
            <a:ext cx="11540172" cy="723900"/>
          </a:xfrm>
          <a:ln>
            <a:noFill/>
          </a:ln>
        </p:spPr>
        <p:txBody>
          <a:bodyPr>
            <a:noAutofit/>
          </a:bodyPr>
          <a:lstStyle/>
          <a:p>
            <a:r>
              <a:rPr lang="en-CA" sz="4000" dirty="0"/>
              <a:t>Font Size “</a:t>
            </a:r>
            <a:r>
              <a:rPr lang="en-CA" sz="4000" dirty="0" err="1"/>
              <a:t>px</a:t>
            </a:r>
            <a:r>
              <a:rPr lang="en-CA" sz="4000" dirty="0"/>
              <a:t> / pt” Mix-Up </a:t>
            </a:r>
            <a:br>
              <a:rPr lang="en-CA" sz="4000" dirty="0"/>
            </a:br>
            <a:r>
              <a:rPr lang="en-CA" sz="4000" dirty="0"/>
              <a:t>&gt; Documentation Elsewhere</a:t>
            </a:r>
            <a:endParaRPr lang="en-DK" sz="4000" dirty="0"/>
          </a:p>
        </p:txBody>
      </p:sp>
      <p:sp>
        <p:nvSpPr>
          <p:cNvPr id="2" name="Text Placeholder 11">
            <a:extLst>
              <a:ext uri="{FF2B5EF4-FFF2-40B4-BE49-F238E27FC236}">
                <a16:creationId xmlns:a16="http://schemas.microsoft.com/office/drawing/2014/main" id="{FB25FD80-E314-70C7-D5EB-B5F27700A6E1}"/>
              </a:ext>
            </a:extLst>
          </p:cNvPr>
          <p:cNvSpPr txBox="1">
            <a:spLocks/>
          </p:cNvSpPr>
          <p:nvPr/>
        </p:nvSpPr>
        <p:spPr>
          <a:xfrm>
            <a:off x="407988" y="1869743"/>
            <a:ext cx="11376025" cy="4712032"/>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800" dirty="0" err="1"/>
              <a:t>WebAIM</a:t>
            </a:r>
            <a:r>
              <a:rPr lang="en-US" sz="2800" dirty="0"/>
              <a:t> Million, Web Almanac:</a:t>
            </a:r>
          </a:p>
          <a:p>
            <a:pPr lvl="1">
              <a:lnSpc>
                <a:spcPct val="150000"/>
              </a:lnSpc>
            </a:pPr>
            <a:r>
              <a:rPr lang="en-US" sz="2800" dirty="0"/>
              <a:t>Not the “</a:t>
            </a:r>
            <a:r>
              <a:rPr lang="en-US" sz="2800" dirty="0" err="1"/>
              <a:t>px</a:t>
            </a:r>
            <a:r>
              <a:rPr lang="en-US" sz="2800" dirty="0"/>
              <a:t> / pt” mix-up exactly.  </a:t>
            </a:r>
          </a:p>
          <a:p>
            <a:pPr>
              <a:lnSpc>
                <a:spcPct val="150000"/>
              </a:lnSpc>
            </a:pPr>
            <a:r>
              <a:rPr lang="en-US" sz="2800" dirty="0"/>
              <a:t>WCAG, misc. blog posts:</a:t>
            </a:r>
          </a:p>
          <a:p>
            <a:pPr lvl="1">
              <a:lnSpc>
                <a:spcPct val="150000"/>
              </a:lnSpc>
            </a:pPr>
            <a:r>
              <a:rPr lang="en-US" sz="2800" dirty="0"/>
              <a:t>Mentions the different </a:t>
            </a:r>
            <a:r>
              <a:rPr lang="en-US" sz="2800" dirty="0" err="1"/>
              <a:t>px</a:t>
            </a:r>
            <a:r>
              <a:rPr lang="en-US" sz="2800" dirty="0"/>
              <a:t> / pt units, but do not mention the bad thing that happens if you mix them up, or how easy it is to mix them up.</a:t>
            </a:r>
          </a:p>
        </p:txBody>
      </p:sp>
    </p:spTree>
    <p:extLst>
      <p:ext uri="{BB962C8B-B14F-4D97-AF65-F5344CB8AC3E}">
        <p14:creationId xmlns:p14="http://schemas.microsoft.com/office/powerpoint/2010/main" val="13872437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249"/>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249"/>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249"/>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249"/>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7C44B-5A5D-66BC-9912-468A380FC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3C81AA-4F38-1653-7554-A578D2CC4DC1}"/>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Blank slide 4</a:t>
            </a:r>
          </a:p>
        </p:txBody>
      </p:sp>
    </p:spTree>
    <p:extLst>
      <p:ext uri="{BB962C8B-B14F-4D97-AF65-F5344CB8AC3E}">
        <p14:creationId xmlns:p14="http://schemas.microsoft.com/office/powerpoint/2010/main" val="1695603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8AE87-34F9-70A2-3484-C1A85FB69C2B}"/>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E2D20FBF-C0E8-CD67-17DB-451B805626FC}"/>
              </a:ext>
            </a:extLst>
          </p:cNvPr>
          <p:cNvSpPr>
            <a:spLocks noGrp="1"/>
          </p:cNvSpPr>
          <p:nvPr>
            <p:ph type="title"/>
          </p:nvPr>
        </p:nvSpPr>
        <p:spPr>
          <a:xfrm>
            <a:off x="407988" y="152401"/>
            <a:ext cx="11376025" cy="723900"/>
          </a:xfrm>
          <a:ln>
            <a:noFill/>
          </a:ln>
        </p:spPr>
        <p:txBody>
          <a:bodyPr>
            <a:normAutofit/>
          </a:bodyPr>
          <a:lstStyle/>
          <a:p>
            <a:r>
              <a:rPr lang="en-CA" sz="4000" dirty="0"/>
              <a:t>Mistake 4 of 5: “Label in Name” Failure </a:t>
            </a:r>
            <a:endParaRPr lang="en-DK" sz="4000" dirty="0"/>
          </a:p>
        </p:txBody>
      </p:sp>
      <p:sp>
        <p:nvSpPr>
          <p:cNvPr id="12" name="Text Placeholder 11">
            <a:extLst>
              <a:ext uri="{FF2B5EF4-FFF2-40B4-BE49-F238E27FC236}">
                <a16:creationId xmlns:a16="http://schemas.microsoft.com/office/drawing/2014/main" id="{055B163C-BAEB-302B-E383-FA264755ECA7}"/>
              </a:ext>
            </a:extLst>
          </p:cNvPr>
          <p:cNvSpPr>
            <a:spLocks noGrp="1"/>
          </p:cNvSpPr>
          <p:nvPr>
            <p:ph type="body" sz="quarter" idx="19"/>
          </p:nvPr>
        </p:nvSpPr>
        <p:spPr>
          <a:xfrm>
            <a:off x="407988" y="1600201"/>
            <a:ext cx="11376025" cy="4457700"/>
          </a:xfrm>
          <a:ln>
            <a:noFill/>
          </a:ln>
        </p:spPr>
        <p:txBody>
          <a:bodyPr>
            <a:noAutofit/>
          </a:bodyPr>
          <a:lstStyle/>
          <a:p>
            <a:pPr>
              <a:lnSpc>
                <a:spcPct val="125000"/>
              </a:lnSpc>
            </a:pPr>
            <a:r>
              <a:rPr lang="en-US" sz="2800" dirty="0"/>
              <a:t>WCAG SC 2.5.3 (all of it).</a:t>
            </a:r>
          </a:p>
        </p:txBody>
      </p:sp>
    </p:spTree>
    <p:extLst>
      <p:ext uri="{BB962C8B-B14F-4D97-AF65-F5344CB8AC3E}">
        <p14:creationId xmlns:p14="http://schemas.microsoft.com/office/powerpoint/2010/main" val="13219852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8F9DD-5676-D306-5D37-89DD328531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ED4A1E-3302-31F8-EF21-4B1DAA361A6C}"/>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Sloth 3</a:t>
            </a:r>
          </a:p>
        </p:txBody>
      </p:sp>
      <p:pic>
        <p:nvPicPr>
          <p:cNvPr id="3" name="Picture 2" descr="A sloth on a green railing">
            <a:extLst>
              <a:ext uri="{FF2B5EF4-FFF2-40B4-BE49-F238E27FC236}">
                <a16:creationId xmlns:a16="http://schemas.microsoft.com/office/drawing/2014/main" id="{3A7F1F0E-E2EA-77D0-6036-D0CDE449DB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9438" y="282161"/>
            <a:ext cx="4058265" cy="6087398"/>
          </a:xfrm>
          <a:prstGeom prst="rect">
            <a:avLst/>
          </a:prstGeom>
        </p:spPr>
      </p:pic>
    </p:spTree>
    <p:extLst>
      <p:ext uri="{BB962C8B-B14F-4D97-AF65-F5344CB8AC3E}">
        <p14:creationId xmlns:p14="http://schemas.microsoft.com/office/powerpoint/2010/main" val="5867680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24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39F3F-6C8E-06C9-BFD9-82E994BDC902}"/>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241504CB-ED89-D3D7-AC06-7428580C0191}"/>
              </a:ext>
            </a:extLst>
          </p:cNvPr>
          <p:cNvSpPr>
            <a:spLocks noGrp="1"/>
          </p:cNvSpPr>
          <p:nvPr>
            <p:ph type="title"/>
          </p:nvPr>
        </p:nvSpPr>
        <p:spPr>
          <a:xfrm>
            <a:off x="407988" y="152401"/>
            <a:ext cx="11376025" cy="723900"/>
          </a:xfrm>
          <a:ln>
            <a:noFill/>
          </a:ln>
        </p:spPr>
        <p:txBody>
          <a:bodyPr>
            <a:normAutofit/>
          </a:bodyPr>
          <a:lstStyle/>
          <a:p>
            <a:r>
              <a:rPr lang="en-CA" sz="4000" dirty="0"/>
              <a:t>“Label in Name” Failure &gt; In The Dataset</a:t>
            </a:r>
            <a:endParaRPr lang="en-DK" sz="4000" dirty="0"/>
          </a:p>
        </p:txBody>
      </p:sp>
      <p:sp>
        <p:nvSpPr>
          <p:cNvPr id="12" name="Text Placeholder 11">
            <a:extLst>
              <a:ext uri="{FF2B5EF4-FFF2-40B4-BE49-F238E27FC236}">
                <a16:creationId xmlns:a16="http://schemas.microsoft.com/office/drawing/2014/main" id="{5ED02828-0B13-A45A-B145-59E32075879C}"/>
              </a:ext>
            </a:extLst>
          </p:cNvPr>
          <p:cNvSpPr>
            <a:spLocks noGrp="1"/>
          </p:cNvSpPr>
          <p:nvPr>
            <p:ph type="body" sz="quarter" idx="19"/>
          </p:nvPr>
        </p:nvSpPr>
        <p:spPr>
          <a:xfrm>
            <a:off x="407988" y="952500"/>
            <a:ext cx="11376025" cy="5629275"/>
          </a:xfrm>
          <a:ln>
            <a:noFill/>
          </a:ln>
        </p:spPr>
        <p:txBody>
          <a:bodyPr>
            <a:noAutofit/>
          </a:bodyPr>
          <a:lstStyle/>
          <a:p>
            <a:pPr>
              <a:lnSpc>
                <a:spcPct val="125000"/>
              </a:lnSpc>
            </a:pPr>
            <a:r>
              <a:rPr lang="en-US" sz="2800" b="1" dirty="0"/>
              <a:t>Automated check said</a:t>
            </a:r>
            <a:r>
              <a:rPr lang="en-US" sz="2800" dirty="0"/>
              <a:t>: “Visible label and accessible name do not match”</a:t>
            </a:r>
          </a:p>
        </p:txBody>
      </p:sp>
    </p:spTree>
    <p:extLst>
      <p:ext uri="{BB962C8B-B14F-4D97-AF65-F5344CB8AC3E}">
        <p14:creationId xmlns:p14="http://schemas.microsoft.com/office/powerpoint/2010/main" val="3113284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4177B-CC25-68DF-F232-95F1AC473A27}"/>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FFCB717D-B4F0-F9F7-52EF-FF4341FFA46C}"/>
              </a:ext>
            </a:extLst>
          </p:cNvPr>
          <p:cNvSpPr>
            <a:spLocks noGrp="1"/>
          </p:cNvSpPr>
          <p:nvPr>
            <p:ph type="title"/>
          </p:nvPr>
        </p:nvSpPr>
        <p:spPr>
          <a:xfrm>
            <a:off x="407988" y="152401"/>
            <a:ext cx="11376025" cy="723900"/>
          </a:xfrm>
          <a:ln>
            <a:noFill/>
          </a:ln>
        </p:spPr>
        <p:txBody>
          <a:bodyPr>
            <a:normAutofit/>
          </a:bodyPr>
          <a:lstStyle/>
          <a:p>
            <a:r>
              <a:rPr lang="en-CA" sz="4000" dirty="0"/>
              <a:t>“Label in Name” Failure &gt; Consultant Wrote</a:t>
            </a:r>
            <a:endParaRPr lang="en-DK" sz="4000" dirty="0"/>
          </a:p>
        </p:txBody>
      </p:sp>
      <p:sp>
        <p:nvSpPr>
          <p:cNvPr id="12" name="Text Placeholder 11">
            <a:extLst>
              <a:ext uri="{FF2B5EF4-FFF2-40B4-BE49-F238E27FC236}">
                <a16:creationId xmlns:a16="http://schemas.microsoft.com/office/drawing/2014/main" id="{D36E55F1-C181-1875-3D4E-358352A0C047}"/>
              </a:ext>
            </a:extLst>
          </p:cNvPr>
          <p:cNvSpPr>
            <a:spLocks noGrp="1"/>
          </p:cNvSpPr>
          <p:nvPr>
            <p:ph type="body" sz="quarter" idx="19"/>
          </p:nvPr>
        </p:nvSpPr>
        <p:spPr>
          <a:xfrm>
            <a:off x="407988" y="1371600"/>
            <a:ext cx="11376025" cy="5210175"/>
          </a:xfrm>
          <a:ln>
            <a:noFill/>
          </a:ln>
        </p:spPr>
        <p:txBody>
          <a:bodyPr>
            <a:noAutofit/>
          </a:bodyPr>
          <a:lstStyle/>
          <a:p>
            <a:pPr marL="0" indent="0">
              <a:lnSpc>
                <a:spcPct val="125000"/>
              </a:lnSpc>
              <a:buNone/>
            </a:pPr>
            <a:r>
              <a:rPr lang="en-US" sz="2800" dirty="0"/>
              <a:t>The accessibility guidelines are quite strict on this and require that the visible label, in its entirety, and with the words in the same order, is included in the accessible name.  (Not the other way around.)</a:t>
            </a:r>
          </a:p>
          <a:p>
            <a:pPr marL="0" indent="0">
              <a:lnSpc>
                <a:spcPct val="125000"/>
              </a:lnSpc>
              <a:buNone/>
            </a:pPr>
            <a:r>
              <a:rPr lang="en-US" sz="2800" dirty="0"/>
              <a:t>The visible label is "Read more" and the accessible name is coming from the aria-label, which is “Full article: payment methods".</a:t>
            </a:r>
          </a:p>
          <a:p>
            <a:pPr marL="0" indent="0">
              <a:lnSpc>
                <a:spcPct val="125000"/>
              </a:lnSpc>
              <a:buNone/>
            </a:pPr>
            <a:r>
              <a:rPr lang="en-US" sz="2800" dirty="0"/>
              <a:t>To fix this is: change the aria-label so that all of the words in the visible label appear at the start of the aria-label.</a:t>
            </a:r>
          </a:p>
        </p:txBody>
      </p:sp>
    </p:spTree>
    <p:extLst>
      <p:ext uri="{BB962C8B-B14F-4D97-AF65-F5344CB8AC3E}">
        <p14:creationId xmlns:p14="http://schemas.microsoft.com/office/powerpoint/2010/main" val="20986450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45E5B-1ADE-C860-6B41-615B5F6F35AA}"/>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260F8910-A6CB-0CD8-F63A-EDB0E6C29C78}"/>
              </a:ext>
            </a:extLst>
          </p:cNvPr>
          <p:cNvSpPr>
            <a:spLocks noGrp="1"/>
          </p:cNvSpPr>
          <p:nvPr>
            <p:ph type="title"/>
          </p:nvPr>
        </p:nvSpPr>
        <p:spPr>
          <a:xfrm>
            <a:off x="407988" y="152401"/>
            <a:ext cx="11376025" cy="723900"/>
          </a:xfrm>
          <a:ln>
            <a:noFill/>
          </a:ln>
        </p:spPr>
        <p:txBody>
          <a:bodyPr>
            <a:normAutofit fontScale="90000"/>
          </a:bodyPr>
          <a:lstStyle/>
          <a:p>
            <a:r>
              <a:rPr lang="en-CA" sz="4000" dirty="0"/>
              <a:t>“Label in Name” Failure </a:t>
            </a:r>
            <a:br>
              <a:rPr lang="en-CA" sz="4000" dirty="0"/>
            </a:br>
            <a:r>
              <a:rPr lang="en-CA" sz="4000" dirty="0"/>
              <a:t>&gt; Consultant Wrote (continued)</a:t>
            </a:r>
            <a:endParaRPr lang="en-DK" sz="4000" dirty="0"/>
          </a:p>
        </p:txBody>
      </p:sp>
      <p:sp>
        <p:nvSpPr>
          <p:cNvPr id="12" name="Text Placeholder 11">
            <a:extLst>
              <a:ext uri="{FF2B5EF4-FFF2-40B4-BE49-F238E27FC236}">
                <a16:creationId xmlns:a16="http://schemas.microsoft.com/office/drawing/2014/main" id="{E428A92E-628F-11AC-4C9B-8C0B2FDFB0DA}"/>
              </a:ext>
            </a:extLst>
          </p:cNvPr>
          <p:cNvSpPr>
            <a:spLocks noGrp="1"/>
          </p:cNvSpPr>
          <p:nvPr>
            <p:ph type="body" sz="quarter" idx="19"/>
          </p:nvPr>
        </p:nvSpPr>
        <p:spPr>
          <a:xfrm>
            <a:off x="407988" y="1866900"/>
            <a:ext cx="11376025" cy="4714875"/>
          </a:xfrm>
          <a:ln>
            <a:noFill/>
          </a:ln>
        </p:spPr>
        <p:txBody>
          <a:bodyPr>
            <a:noAutofit/>
          </a:bodyPr>
          <a:lstStyle/>
          <a:p>
            <a:pPr marL="0" indent="0">
              <a:lnSpc>
                <a:spcPct val="125000"/>
              </a:lnSpc>
              <a:buNone/>
            </a:pPr>
            <a:r>
              <a:rPr lang="en-US" sz="2800" dirty="0"/>
              <a:t>For example, since the visible label is “Read more”, change this:</a:t>
            </a:r>
          </a:p>
          <a:p>
            <a:pPr marL="0" indent="0">
              <a:lnSpc>
                <a:spcPct val="125000"/>
              </a:lnSpc>
              <a:buNone/>
            </a:pPr>
            <a:r>
              <a:rPr lang="en-US" sz="2800" dirty="0">
                <a:latin typeface="Consolas" panose="020B0609020204030204" pitchFamily="49" charset="0"/>
              </a:rPr>
              <a:t>aria-label="Full article: payment methods"</a:t>
            </a:r>
          </a:p>
          <a:p>
            <a:pPr marL="0" indent="0">
              <a:lnSpc>
                <a:spcPct val="125000"/>
              </a:lnSpc>
              <a:buNone/>
            </a:pPr>
            <a:r>
              <a:rPr lang="en-US" sz="2800" dirty="0"/>
              <a:t>to this: </a:t>
            </a:r>
          </a:p>
          <a:p>
            <a:pPr marL="0" indent="0">
              <a:lnSpc>
                <a:spcPct val="125000"/>
              </a:lnSpc>
              <a:buNone/>
            </a:pPr>
            <a:r>
              <a:rPr lang="en-US" sz="2800" dirty="0">
                <a:latin typeface="Consolas" panose="020B0609020204030204" pitchFamily="49" charset="0"/>
              </a:rPr>
              <a:t>aria-label="Read more about payment methods"</a:t>
            </a:r>
          </a:p>
          <a:p>
            <a:pPr marL="0" indent="0">
              <a:lnSpc>
                <a:spcPct val="125000"/>
              </a:lnSpc>
              <a:buNone/>
            </a:pPr>
            <a:endParaRPr lang="en-US" sz="2800" b="1" dirty="0"/>
          </a:p>
        </p:txBody>
      </p:sp>
    </p:spTree>
    <p:extLst>
      <p:ext uri="{BB962C8B-B14F-4D97-AF65-F5344CB8AC3E}">
        <p14:creationId xmlns:p14="http://schemas.microsoft.com/office/powerpoint/2010/main" val="32589800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CB693-761B-C505-0357-37D7FF63707C}"/>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68226718-F32B-4CDD-0B1B-99AB0954E9D1}"/>
              </a:ext>
            </a:extLst>
          </p:cNvPr>
          <p:cNvSpPr>
            <a:spLocks noGrp="1"/>
          </p:cNvSpPr>
          <p:nvPr>
            <p:ph type="title"/>
          </p:nvPr>
        </p:nvSpPr>
        <p:spPr>
          <a:xfrm>
            <a:off x="407988" y="152401"/>
            <a:ext cx="11376025" cy="723900"/>
          </a:xfrm>
          <a:ln>
            <a:noFill/>
          </a:ln>
        </p:spPr>
        <p:txBody>
          <a:bodyPr>
            <a:normAutofit/>
          </a:bodyPr>
          <a:lstStyle/>
          <a:p>
            <a:r>
              <a:rPr lang="en-CA" sz="4000" dirty="0"/>
              <a:t>“Label in Name” &gt; Example Page</a:t>
            </a:r>
            <a:endParaRPr lang="en-DK" sz="4000" dirty="0"/>
          </a:p>
        </p:txBody>
      </p:sp>
      <p:pic>
        <p:nvPicPr>
          <p:cNvPr id="8" name="Picture 7" descr="screenshot of a &quot;card&quot; pattern shows the text &quot;payment methods, we accept visa, bank transfer, and more.  &quot;read more&quot; as an underlined link.">
            <a:extLst>
              <a:ext uri="{FF2B5EF4-FFF2-40B4-BE49-F238E27FC236}">
                <a16:creationId xmlns:a16="http://schemas.microsoft.com/office/drawing/2014/main" id="{D7340CFB-D468-CDE6-F747-CB841069A4DA}"/>
              </a:ext>
            </a:extLst>
          </p:cNvPr>
          <p:cNvPicPr>
            <a:picLocks noChangeAspect="1"/>
          </p:cNvPicPr>
          <p:nvPr/>
        </p:nvPicPr>
        <p:blipFill>
          <a:blip r:embed="rId3"/>
          <a:stretch>
            <a:fillRect/>
          </a:stretch>
        </p:blipFill>
        <p:spPr>
          <a:xfrm>
            <a:off x="407988" y="1128827"/>
            <a:ext cx="6191111" cy="2595814"/>
          </a:xfrm>
          <a:prstGeom prst="rect">
            <a:avLst/>
          </a:prstGeom>
          <a:effectLst>
            <a:glow rad="228600">
              <a:schemeClr val="accent1">
                <a:satMod val="175000"/>
                <a:alpha val="40000"/>
              </a:schemeClr>
            </a:glow>
          </a:effectLst>
        </p:spPr>
      </p:pic>
      <p:sp>
        <p:nvSpPr>
          <p:cNvPr id="4" name="Text Placeholder 11">
            <a:extLst>
              <a:ext uri="{FF2B5EF4-FFF2-40B4-BE49-F238E27FC236}">
                <a16:creationId xmlns:a16="http://schemas.microsoft.com/office/drawing/2014/main" id="{D1D65CAE-B222-38F2-D654-209EED3DA1E6}"/>
              </a:ext>
            </a:extLst>
          </p:cNvPr>
          <p:cNvSpPr txBox="1">
            <a:spLocks/>
          </p:cNvSpPr>
          <p:nvPr/>
        </p:nvSpPr>
        <p:spPr>
          <a:xfrm>
            <a:off x="407988" y="4051299"/>
            <a:ext cx="11118091" cy="2516073"/>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800" dirty="0">
                <a:latin typeface="Consolas" panose="020B0609020204030204" pitchFamily="49" charset="0"/>
              </a:rPr>
              <a:t>&lt;a </a:t>
            </a:r>
            <a:r>
              <a:rPr lang="en-US" sz="2800" dirty="0" err="1">
                <a:latin typeface="Consolas" panose="020B0609020204030204" pitchFamily="49" charset="0"/>
              </a:rPr>
              <a:t>href</a:t>
            </a:r>
            <a:r>
              <a:rPr lang="en-US" sz="2800" dirty="0">
                <a:latin typeface="Consolas" panose="020B0609020204030204" pitchFamily="49" charset="0"/>
              </a:rPr>
              <a:t>="/payment-methods"</a:t>
            </a:r>
          </a:p>
          <a:p>
            <a:pPr marL="0" indent="0">
              <a:buNone/>
            </a:pPr>
            <a:r>
              <a:rPr lang="en-US" sz="2800" dirty="0">
                <a:latin typeface="Consolas" panose="020B0609020204030204" pitchFamily="49" charset="0"/>
              </a:rPr>
              <a:t>	aria-label="Full article: payment methods"&gt;</a:t>
            </a:r>
          </a:p>
          <a:p>
            <a:pPr marL="0" indent="0">
              <a:buFont typeface="Arial" panose="020B0604020202020204" pitchFamily="34" charset="0"/>
              <a:buNone/>
            </a:pPr>
            <a:r>
              <a:rPr lang="en-US" sz="2800" dirty="0">
                <a:latin typeface="Consolas" panose="020B0609020204030204" pitchFamily="49" charset="0"/>
              </a:rPr>
              <a:t>  Read more</a:t>
            </a:r>
          </a:p>
          <a:p>
            <a:pPr marL="0" indent="0">
              <a:buFont typeface="Arial" panose="020B0604020202020204" pitchFamily="34" charset="0"/>
              <a:buNone/>
            </a:pPr>
            <a:r>
              <a:rPr lang="en-US" sz="2800" dirty="0">
                <a:latin typeface="Consolas" panose="020B0609020204030204" pitchFamily="49" charset="0"/>
              </a:rPr>
              <a:t>&lt;/a&gt;</a:t>
            </a:r>
          </a:p>
          <a:p>
            <a:pPr marL="0" indent="0">
              <a:buFont typeface="Arial" panose="020B0604020202020204" pitchFamily="34" charset="0"/>
              <a:buNone/>
            </a:pPr>
            <a:endParaRPr lang="en-US" sz="2800" dirty="0">
              <a:latin typeface="Consolas" panose="020B0609020204030204" pitchFamily="49" charset="0"/>
            </a:endParaRPr>
          </a:p>
        </p:txBody>
      </p:sp>
    </p:spTree>
    <p:extLst>
      <p:ext uri="{BB962C8B-B14F-4D97-AF65-F5344CB8AC3E}">
        <p14:creationId xmlns:p14="http://schemas.microsoft.com/office/powerpoint/2010/main" val="2351313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6A15B-1C5E-F9F2-645D-8FE8D6DCB341}"/>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9F352643-E404-C6C6-3017-A525CAB31B62}"/>
              </a:ext>
            </a:extLst>
          </p:cNvPr>
          <p:cNvSpPr>
            <a:spLocks noGrp="1"/>
          </p:cNvSpPr>
          <p:nvPr>
            <p:ph type="title"/>
          </p:nvPr>
        </p:nvSpPr>
        <p:spPr>
          <a:xfrm>
            <a:off x="407988" y="152401"/>
            <a:ext cx="11376025" cy="723900"/>
          </a:xfrm>
          <a:ln>
            <a:noFill/>
          </a:ln>
        </p:spPr>
        <p:txBody>
          <a:bodyPr>
            <a:normAutofit/>
          </a:bodyPr>
          <a:lstStyle/>
          <a:p>
            <a:r>
              <a:rPr lang="en-CA" sz="4000" dirty="0"/>
              <a:t>“Label in Name” &gt; Example Page Again</a:t>
            </a:r>
            <a:endParaRPr lang="en-DK" sz="4000" dirty="0"/>
          </a:p>
        </p:txBody>
      </p:sp>
      <p:pic>
        <p:nvPicPr>
          <p:cNvPr id="8" name="Picture 7" descr="same screenshot as previous slide.">
            <a:extLst>
              <a:ext uri="{FF2B5EF4-FFF2-40B4-BE49-F238E27FC236}">
                <a16:creationId xmlns:a16="http://schemas.microsoft.com/office/drawing/2014/main" id="{6C3D733A-47F6-2A69-5129-58799203217C}"/>
              </a:ext>
            </a:extLst>
          </p:cNvPr>
          <p:cNvPicPr>
            <a:picLocks noChangeAspect="1"/>
          </p:cNvPicPr>
          <p:nvPr/>
        </p:nvPicPr>
        <p:blipFill>
          <a:blip r:embed="rId3"/>
          <a:stretch>
            <a:fillRect/>
          </a:stretch>
        </p:blipFill>
        <p:spPr>
          <a:xfrm>
            <a:off x="407988" y="1128827"/>
            <a:ext cx="6191111" cy="2595814"/>
          </a:xfrm>
          <a:prstGeom prst="rect">
            <a:avLst/>
          </a:prstGeom>
          <a:effectLst>
            <a:glow rad="228600">
              <a:schemeClr val="accent1">
                <a:satMod val="175000"/>
                <a:alpha val="40000"/>
              </a:schemeClr>
            </a:glow>
          </a:effectLst>
        </p:spPr>
      </p:pic>
      <p:sp>
        <p:nvSpPr>
          <p:cNvPr id="4" name="Text Placeholder 11">
            <a:extLst>
              <a:ext uri="{FF2B5EF4-FFF2-40B4-BE49-F238E27FC236}">
                <a16:creationId xmlns:a16="http://schemas.microsoft.com/office/drawing/2014/main" id="{A9E307F3-D6B4-AA2A-F11A-CC2AF28467DD}"/>
              </a:ext>
            </a:extLst>
          </p:cNvPr>
          <p:cNvSpPr txBox="1">
            <a:spLocks/>
          </p:cNvSpPr>
          <p:nvPr/>
        </p:nvSpPr>
        <p:spPr>
          <a:xfrm>
            <a:off x="407988" y="4051299"/>
            <a:ext cx="11118091" cy="2516073"/>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800" dirty="0">
                <a:latin typeface="Consolas" panose="020B0609020204030204" pitchFamily="49" charset="0"/>
              </a:rPr>
              <a:t>&lt;a </a:t>
            </a:r>
            <a:r>
              <a:rPr lang="en-US" sz="2800" dirty="0" err="1">
                <a:latin typeface="Consolas" panose="020B0609020204030204" pitchFamily="49" charset="0"/>
              </a:rPr>
              <a:t>href</a:t>
            </a:r>
            <a:r>
              <a:rPr lang="en-US" sz="2800" dirty="0">
                <a:latin typeface="Consolas" panose="020B0609020204030204" pitchFamily="49" charset="0"/>
              </a:rPr>
              <a:t>="/payment-methods"</a:t>
            </a:r>
          </a:p>
          <a:p>
            <a:pPr marL="0" indent="0">
              <a:buNone/>
            </a:pPr>
            <a:r>
              <a:rPr lang="en-US" sz="2800" dirty="0">
                <a:latin typeface="Consolas" panose="020B0609020204030204" pitchFamily="49" charset="0"/>
              </a:rPr>
              <a:t>	aria-label="</a:t>
            </a:r>
            <a:r>
              <a:rPr lang="en-US" sz="2800" dirty="0">
                <a:highlight>
                  <a:srgbClr val="FFFF00"/>
                </a:highlight>
                <a:latin typeface="Consolas" panose="020B0609020204030204" pitchFamily="49" charset="0"/>
              </a:rPr>
              <a:t>Full article: payment methods</a:t>
            </a:r>
            <a:r>
              <a:rPr lang="en-US" sz="2800" dirty="0">
                <a:latin typeface="Consolas" panose="020B0609020204030204" pitchFamily="49" charset="0"/>
              </a:rPr>
              <a:t>"&gt;</a:t>
            </a:r>
          </a:p>
          <a:p>
            <a:pPr marL="0" indent="0">
              <a:buFont typeface="Arial" panose="020B0604020202020204" pitchFamily="34" charset="0"/>
              <a:buNone/>
            </a:pPr>
            <a:r>
              <a:rPr lang="en-US" sz="2800" dirty="0">
                <a:latin typeface="Consolas" panose="020B0609020204030204" pitchFamily="49" charset="0"/>
              </a:rPr>
              <a:t>  </a:t>
            </a:r>
            <a:r>
              <a:rPr lang="en-US" sz="2800" dirty="0">
                <a:highlight>
                  <a:srgbClr val="FFFF00"/>
                </a:highlight>
                <a:latin typeface="Consolas" panose="020B0609020204030204" pitchFamily="49" charset="0"/>
              </a:rPr>
              <a:t>Read more</a:t>
            </a:r>
          </a:p>
          <a:p>
            <a:pPr marL="0" indent="0">
              <a:buFont typeface="Arial" panose="020B0604020202020204" pitchFamily="34" charset="0"/>
              <a:buNone/>
            </a:pPr>
            <a:r>
              <a:rPr lang="en-US" sz="2800" dirty="0">
                <a:latin typeface="Consolas" panose="020B0609020204030204" pitchFamily="49" charset="0"/>
              </a:rPr>
              <a:t>&lt;/a&gt;</a:t>
            </a:r>
          </a:p>
          <a:p>
            <a:pPr marL="0" indent="0">
              <a:buFont typeface="Arial" panose="020B0604020202020204" pitchFamily="34" charset="0"/>
              <a:buNone/>
            </a:pPr>
            <a:endParaRPr lang="en-US" sz="2800" dirty="0">
              <a:latin typeface="Consolas" panose="020B0609020204030204" pitchFamily="49" charset="0"/>
            </a:endParaRPr>
          </a:p>
        </p:txBody>
      </p:sp>
      <p:sp>
        <p:nvSpPr>
          <p:cNvPr id="2" name="Text Placeholder 11">
            <a:extLst>
              <a:ext uri="{FF2B5EF4-FFF2-40B4-BE49-F238E27FC236}">
                <a16:creationId xmlns:a16="http://schemas.microsoft.com/office/drawing/2014/main" id="{BDD0B6D3-45E0-4983-EAAA-2A78BE9F407B}"/>
              </a:ext>
              <a:ext uri="{C183D7F6-B498-43B3-948B-1728B52AA6E4}">
                <adec:decorative xmlns:adec="http://schemas.microsoft.com/office/drawing/2017/decorative" val="1"/>
              </a:ext>
            </a:extLst>
          </p:cNvPr>
          <p:cNvSpPr>
            <a:spLocks noGrp="1"/>
          </p:cNvSpPr>
          <p:nvPr>
            <p:ph type="body" sz="quarter" idx="19"/>
          </p:nvPr>
        </p:nvSpPr>
        <p:spPr>
          <a:xfrm>
            <a:off x="4344989" y="5729173"/>
            <a:ext cx="2919411" cy="864889"/>
          </a:xfrm>
          <a:ln>
            <a:noFill/>
          </a:ln>
        </p:spPr>
        <p:txBody>
          <a:bodyPr>
            <a:noAutofit/>
          </a:bodyPr>
          <a:lstStyle/>
          <a:p>
            <a:pPr marL="0" indent="0">
              <a:lnSpc>
                <a:spcPct val="150000"/>
              </a:lnSpc>
              <a:buNone/>
            </a:pPr>
            <a:r>
              <a:rPr lang="en-US" sz="2800" dirty="0"/>
              <a:t>WCAG says … </a:t>
            </a:r>
          </a:p>
        </p:txBody>
      </p:sp>
      <p:cxnSp>
        <p:nvCxnSpPr>
          <p:cNvPr id="5" name="Straight Arrow Connector 4" descr="two arrows point from &quot;WCAG says&quot; to 1) the html inner text &quot;read more&quot; and 2) to the aria-label &quot;Full article: payment methods&quot;.">
            <a:extLst>
              <a:ext uri="{FF2B5EF4-FFF2-40B4-BE49-F238E27FC236}">
                <a16:creationId xmlns:a16="http://schemas.microsoft.com/office/drawing/2014/main" id="{99A29AF2-DCA3-8CE6-D286-BB1D9786EF72}"/>
              </a:ext>
              <a:ext uri="{C183D7F6-B498-43B3-948B-1728B52AA6E4}">
                <adec:decorative xmlns:adec="http://schemas.microsoft.com/office/drawing/2017/decorative" val="0"/>
              </a:ext>
            </a:extLst>
          </p:cNvPr>
          <p:cNvCxnSpPr>
            <a:cxnSpLocks/>
          </p:cNvCxnSpPr>
          <p:nvPr/>
        </p:nvCxnSpPr>
        <p:spPr>
          <a:xfrm flipH="1" flipV="1">
            <a:off x="2768600" y="5511800"/>
            <a:ext cx="1402080" cy="3962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2EFDB9D-83BD-AD3D-FEBA-8736F73B35F8}"/>
              </a:ext>
              <a:ext uri="{C183D7F6-B498-43B3-948B-1728B52AA6E4}">
                <adec:decorative xmlns:adec="http://schemas.microsoft.com/office/drawing/2017/decorative" val="1"/>
              </a:ext>
            </a:extLst>
          </p:cNvPr>
          <p:cNvCxnSpPr>
            <a:cxnSpLocks/>
          </p:cNvCxnSpPr>
          <p:nvPr/>
        </p:nvCxnSpPr>
        <p:spPr>
          <a:xfrm flipV="1">
            <a:off x="4860758" y="5185142"/>
            <a:ext cx="0" cy="60097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6845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4434E-2962-6465-D8EC-F7C2BFCC3A24}"/>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78C9C7F6-84EB-56F6-AB63-153118AAC593}"/>
              </a:ext>
            </a:extLst>
          </p:cNvPr>
          <p:cNvSpPr>
            <a:spLocks noGrp="1"/>
          </p:cNvSpPr>
          <p:nvPr>
            <p:ph type="title"/>
          </p:nvPr>
        </p:nvSpPr>
        <p:spPr>
          <a:xfrm>
            <a:off x="407988" y="152401"/>
            <a:ext cx="11376025" cy="723900"/>
          </a:xfrm>
          <a:ln>
            <a:noFill/>
          </a:ln>
        </p:spPr>
        <p:txBody>
          <a:bodyPr>
            <a:normAutofit fontScale="90000"/>
          </a:bodyPr>
          <a:lstStyle/>
          <a:p>
            <a:r>
              <a:rPr lang="en-CA" sz="4000" dirty="0"/>
              <a:t>“Label in Name” Failure </a:t>
            </a:r>
            <a:br>
              <a:rPr lang="en-CA" sz="4000" dirty="0"/>
            </a:br>
            <a:r>
              <a:rPr lang="en-CA" sz="4000" dirty="0"/>
              <a:t>&gt; Page Author Side</a:t>
            </a:r>
            <a:endParaRPr lang="en-DK" sz="4000" dirty="0"/>
          </a:p>
        </p:txBody>
      </p:sp>
      <p:sp>
        <p:nvSpPr>
          <p:cNvPr id="12" name="Text Placeholder 11">
            <a:extLst>
              <a:ext uri="{FF2B5EF4-FFF2-40B4-BE49-F238E27FC236}">
                <a16:creationId xmlns:a16="http://schemas.microsoft.com/office/drawing/2014/main" id="{CE34BB8B-2127-AA88-DB7C-ABCD0AB4AA02}"/>
              </a:ext>
            </a:extLst>
          </p:cNvPr>
          <p:cNvSpPr>
            <a:spLocks noGrp="1"/>
          </p:cNvSpPr>
          <p:nvPr>
            <p:ph type="body" sz="quarter" idx="19"/>
          </p:nvPr>
        </p:nvSpPr>
        <p:spPr>
          <a:xfrm>
            <a:off x="407988" y="1714500"/>
            <a:ext cx="11376025" cy="3429000"/>
          </a:xfrm>
          <a:ln>
            <a:noFill/>
          </a:ln>
        </p:spPr>
        <p:txBody>
          <a:bodyPr>
            <a:noAutofit/>
          </a:bodyPr>
          <a:lstStyle/>
          <a:p>
            <a:pPr>
              <a:lnSpc>
                <a:spcPct val="150000"/>
              </a:lnSpc>
            </a:pPr>
            <a:r>
              <a:rPr lang="en-US" sz="2800" dirty="0"/>
              <a:t>Page author heard that many links named "read more" is bad for screen reader users.</a:t>
            </a:r>
          </a:p>
          <a:p>
            <a:pPr>
              <a:lnSpc>
                <a:spcPct val="150000"/>
              </a:lnSpc>
            </a:pPr>
            <a:r>
              <a:rPr lang="en-US" sz="2800" dirty="0"/>
              <a:t>So they added an aria-label.</a:t>
            </a:r>
          </a:p>
          <a:p>
            <a:pPr>
              <a:lnSpc>
                <a:spcPct val="150000"/>
              </a:lnSpc>
            </a:pPr>
            <a:r>
              <a:rPr lang="en-US" sz="2800" dirty="0"/>
              <a:t>… and it’s bad. </a:t>
            </a:r>
          </a:p>
        </p:txBody>
      </p:sp>
    </p:spTree>
    <p:extLst>
      <p:ext uri="{BB962C8B-B14F-4D97-AF65-F5344CB8AC3E}">
        <p14:creationId xmlns:p14="http://schemas.microsoft.com/office/powerpoint/2010/main" val="4678448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249"/>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06298-2134-96BB-5469-09E2285B7864}"/>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9795548B-50E9-3108-72C5-C68A33438968}"/>
              </a:ext>
            </a:extLst>
          </p:cNvPr>
          <p:cNvSpPr>
            <a:spLocks noGrp="1"/>
          </p:cNvSpPr>
          <p:nvPr>
            <p:ph type="title"/>
          </p:nvPr>
        </p:nvSpPr>
        <p:spPr>
          <a:xfrm>
            <a:off x="407988" y="152401"/>
            <a:ext cx="11376025" cy="723900"/>
          </a:xfrm>
          <a:ln>
            <a:noFill/>
          </a:ln>
        </p:spPr>
        <p:txBody>
          <a:bodyPr>
            <a:normAutofit fontScale="90000"/>
          </a:bodyPr>
          <a:lstStyle/>
          <a:p>
            <a:r>
              <a:rPr lang="en-CA" sz="4000" dirty="0"/>
              <a:t>“Label in Name” Failure </a:t>
            </a:r>
            <a:br>
              <a:rPr lang="en-CA" sz="4000" dirty="0"/>
            </a:br>
            <a:r>
              <a:rPr lang="en-CA" sz="4000" dirty="0"/>
              <a:t>&gt; Page Author Side (continued)</a:t>
            </a:r>
            <a:endParaRPr lang="en-DK" sz="4000" dirty="0"/>
          </a:p>
        </p:txBody>
      </p:sp>
      <p:sp>
        <p:nvSpPr>
          <p:cNvPr id="12" name="Text Placeholder 11">
            <a:extLst>
              <a:ext uri="{FF2B5EF4-FFF2-40B4-BE49-F238E27FC236}">
                <a16:creationId xmlns:a16="http://schemas.microsoft.com/office/drawing/2014/main" id="{853065E8-72B2-0850-DA15-9933A9626A07}"/>
              </a:ext>
            </a:extLst>
          </p:cNvPr>
          <p:cNvSpPr>
            <a:spLocks noGrp="1"/>
          </p:cNvSpPr>
          <p:nvPr>
            <p:ph type="body" sz="quarter" idx="19"/>
          </p:nvPr>
        </p:nvSpPr>
        <p:spPr>
          <a:xfrm>
            <a:off x="407988" y="2171699"/>
            <a:ext cx="11376025" cy="4410075"/>
          </a:xfrm>
          <a:ln>
            <a:noFill/>
          </a:ln>
        </p:spPr>
        <p:txBody>
          <a:bodyPr>
            <a:noAutofit/>
          </a:bodyPr>
          <a:lstStyle/>
          <a:p>
            <a:pPr>
              <a:lnSpc>
                <a:spcPct val="150000"/>
              </a:lnSpc>
            </a:pPr>
            <a:r>
              <a:rPr lang="en-US" sz="2800" dirty="0"/>
              <a:t>Bigger category: “</a:t>
            </a:r>
            <a:r>
              <a:rPr lang="en-US" sz="2800" b="1" dirty="0"/>
              <a:t>ARIA gone wrong</a:t>
            </a:r>
            <a:r>
              <a:rPr lang="en-US" sz="2800" dirty="0"/>
              <a:t>”.</a:t>
            </a:r>
          </a:p>
          <a:p>
            <a:pPr>
              <a:lnSpc>
                <a:spcPct val="150000"/>
              </a:lnSpc>
            </a:pPr>
            <a:r>
              <a:rPr lang="en-US" sz="2800" dirty="0"/>
              <a:t>Leonie Watson: “I’ve probably seen more websites brought down by using ARIA than I have made better for it.”</a:t>
            </a:r>
          </a:p>
        </p:txBody>
      </p:sp>
    </p:spTree>
    <p:extLst>
      <p:ext uri="{BB962C8B-B14F-4D97-AF65-F5344CB8AC3E}">
        <p14:creationId xmlns:p14="http://schemas.microsoft.com/office/powerpoint/2010/main" val="32237256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249"/>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249"/>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A9DEF-5252-ECB2-B6B7-847B9430220E}"/>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58A73AD7-6689-3FC9-E84A-0BCB610FBF79}"/>
              </a:ext>
            </a:extLst>
          </p:cNvPr>
          <p:cNvSpPr>
            <a:spLocks noGrp="1"/>
          </p:cNvSpPr>
          <p:nvPr>
            <p:ph type="title"/>
          </p:nvPr>
        </p:nvSpPr>
        <p:spPr>
          <a:xfrm>
            <a:off x="208722" y="152401"/>
            <a:ext cx="11857382" cy="723900"/>
          </a:xfrm>
          <a:ln>
            <a:noFill/>
          </a:ln>
        </p:spPr>
        <p:txBody>
          <a:bodyPr>
            <a:noAutofit/>
          </a:bodyPr>
          <a:lstStyle/>
          <a:p>
            <a:r>
              <a:rPr lang="en-CA" sz="4000" dirty="0"/>
              <a:t>“Label in Name” Failure &gt; User Impact</a:t>
            </a:r>
            <a:endParaRPr lang="en-DK" sz="4000" dirty="0"/>
          </a:p>
        </p:txBody>
      </p:sp>
      <p:sp>
        <p:nvSpPr>
          <p:cNvPr id="12" name="Text Placeholder 11">
            <a:extLst>
              <a:ext uri="{FF2B5EF4-FFF2-40B4-BE49-F238E27FC236}">
                <a16:creationId xmlns:a16="http://schemas.microsoft.com/office/drawing/2014/main" id="{2487DCD9-A510-E5A4-6452-97C97FDDB18C}"/>
              </a:ext>
            </a:extLst>
          </p:cNvPr>
          <p:cNvSpPr>
            <a:spLocks noGrp="1"/>
          </p:cNvSpPr>
          <p:nvPr>
            <p:ph type="body" sz="quarter" idx="19"/>
          </p:nvPr>
        </p:nvSpPr>
        <p:spPr>
          <a:xfrm>
            <a:off x="407988" y="1212574"/>
            <a:ext cx="11376025" cy="5369201"/>
          </a:xfrm>
          <a:ln>
            <a:noFill/>
          </a:ln>
        </p:spPr>
        <p:txBody>
          <a:bodyPr>
            <a:noAutofit/>
          </a:bodyPr>
          <a:lstStyle/>
          <a:p>
            <a:pPr>
              <a:lnSpc>
                <a:spcPct val="125000"/>
              </a:lnSpc>
            </a:pPr>
            <a:r>
              <a:rPr lang="en-US" sz="3000" dirty="0"/>
              <a:t>“Voice access AT” users AKA “Speech recognition” AKA … </a:t>
            </a:r>
          </a:p>
          <a:p>
            <a:pPr lvl="1">
              <a:lnSpc>
                <a:spcPct val="125000"/>
              </a:lnSpc>
            </a:pPr>
            <a:r>
              <a:rPr lang="en-US" sz="3000" b="1" dirty="0"/>
              <a:t>Voice Control (iPhone)  </a:t>
            </a:r>
            <a:r>
              <a:rPr lang="en-US" sz="3000" dirty="0">
                <a:sym typeface="Wingdings" panose="05000000000000000000" pitchFamily="2" charset="2"/>
              </a:rPr>
              <a:t> needs “front-loading” (roughly)</a:t>
            </a:r>
            <a:endParaRPr lang="en-US" sz="3000" b="1" dirty="0"/>
          </a:p>
          <a:p>
            <a:pPr lvl="1">
              <a:lnSpc>
                <a:spcPct val="125000"/>
              </a:lnSpc>
            </a:pPr>
            <a:r>
              <a:rPr lang="en-US" sz="3000" strike="sngStrike" dirty="0"/>
              <a:t>Voice Access (Android)</a:t>
            </a:r>
            <a:endParaRPr lang="en-US" sz="3000" dirty="0"/>
          </a:p>
          <a:p>
            <a:pPr>
              <a:lnSpc>
                <a:spcPct val="125000"/>
              </a:lnSpc>
            </a:pPr>
            <a:r>
              <a:rPr lang="en-US" sz="3000" dirty="0"/>
              <a:t>Screen reader users </a:t>
            </a:r>
          </a:p>
          <a:p>
            <a:pPr lvl="1">
              <a:lnSpc>
                <a:spcPct val="125000"/>
              </a:lnSpc>
            </a:pPr>
            <a:r>
              <a:rPr lang="en-US" sz="3000" b="1" i="1" dirty="0"/>
              <a:t>Sighted </a:t>
            </a:r>
            <a:r>
              <a:rPr lang="en-US" sz="3000" b="1" dirty="0"/>
              <a:t>screen reader user </a:t>
            </a:r>
          </a:p>
          <a:p>
            <a:pPr lvl="1">
              <a:lnSpc>
                <a:spcPct val="125000"/>
              </a:lnSpc>
            </a:pPr>
            <a:r>
              <a:rPr lang="en-US" sz="3000" b="1" dirty="0"/>
              <a:t>Blind screen reader user with sighted tech support </a:t>
            </a:r>
          </a:p>
          <a:p>
            <a:pPr>
              <a:lnSpc>
                <a:spcPct val="125000"/>
              </a:lnSpc>
            </a:pPr>
            <a:r>
              <a:rPr lang="en-US" sz="3200" dirty="0"/>
              <a:t>And more…</a:t>
            </a:r>
          </a:p>
        </p:txBody>
      </p:sp>
    </p:spTree>
    <p:extLst>
      <p:ext uri="{BB962C8B-B14F-4D97-AF65-F5344CB8AC3E}">
        <p14:creationId xmlns:p14="http://schemas.microsoft.com/office/powerpoint/2010/main" val="2733668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5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25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25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fade">
                                      <p:cBhvr>
                                        <p:cTn id="22" dur="25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fade">
                                      <p:cBhvr>
                                        <p:cTn id="27" dur="250"/>
                                        <p:tgtEl>
                                          <p:spTgt spid="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
                                            <p:txEl>
                                              <p:pRg st="5" end="5"/>
                                            </p:txEl>
                                          </p:spTgt>
                                        </p:tgtEl>
                                        <p:attrNameLst>
                                          <p:attrName>style.visibility</p:attrName>
                                        </p:attrNameLst>
                                      </p:cBhvr>
                                      <p:to>
                                        <p:strVal val="visible"/>
                                      </p:to>
                                    </p:set>
                                    <p:animEffect transition="in" filter="fade">
                                      <p:cBhvr>
                                        <p:cTn id="32" dur="250"/>
                                        <p:tgtEl>
                                          <p:spTgt spid="1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xEl>
                                              <p:pRg st="6" end="6"/>
                                            </p:txEl>
                                          </p:spTgt>
                                        </p:tgtEl>
                                        <p:attrNameLst>
                                          <p:attrName>style.visibility</p:attrName>
                                        </p:attrNameLst>
                                      </p:cBhvr>
                                      <p:to>
                                        <p:strVal val="visible"/>
                                      </p:to>
                                    </p:set>
                                    <p:animEffect transition="in" filter="fade">
                                      <p:cBhvr>
                                        <p:cTn id="37" dur="25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E5F26-9365-2003-AC1A-A59AE5A9EFC4}"/>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9D52CA63-CC4B-492B-F9B7-7F3D2E8E9D1E}"/>
              </a:ext>
            </a:extLst>
          </p:cNvPr>
          <p:cNvSpPr>
            <a:spLocks noGrp="1"/>
          </p:cNvSpPr>
          <p:nvPr>
            <p:ph type="title"/>
          </p:nvPr>
        </p:nvSpPr>
        <p:spPr>
          <a:xfrm>
            <a:off x="208722" y="152401"/>
            <a:ext cx="11857382" cy="723900"/>
          </a:xfrm>
          <a:ln>
            <a:noFill/>
          </a:ln>
        </p:spPr>
        <p:txBody>
          <a:bodyPr>
            <a:noAutofit/>
          </a:bodyPr>
          <a:lstStyle/>
          <a:p>
            <a:r>
              <a:rPr lang="en-CA" sz="4000" dirty="0"/>
              <a:t>“Label in Name” Failure &gt; Vocabulary</a:t>
            </a:r>
            <a:endParaRPr lang="en-DK" sz="4000" dirty="0"/>
          </a:p>
        </p:txBody>
      </p:sp>
      <p:sp>
        <p:nvSpPr>
          <p:cNvPr id="12" name="Text Placeholder 11">
            <a:extLst>
              <a:ext uri="{FF2B5EF4-FFF2-40B4-BE49-F238E27FC236}">
                <a16:creationId xmlns:a16="http://schemas.microsoft.com/office/drawing/2014/main" id="{BB112961-EEB0-FF76-0DC1-21B5EB4E1B92}"/>
              </a:ext>
            </a:extLst>
          </p:cNvPr>
          <p:cNvSpPr>
            <a:spLocks noGrp="1"/>
          </p:cNvSpPr>
          <p:nvPr>
            <p:ph type="body" sz="quarter" idx="19"/>
          </p:nvPr>
        </p:nvSpPr>
        <p:spPr>
          <a:xfrm>
            <a:off x="407988" y="1600200"/>
            <a:ext cx="11376025" cy="4981575"/>
          </a:xfrm>
          <a:ln>
            <a:noFill/>
          </a:ln>
        </p:spPr>
        <p:txBody>
          <a:bodyPr>
            <a:noAutofit/>
          </a:bodyPr>
          <a:lstStyle/>
          <a:p>
            <a:pPr>
              <a:lnSpc>
                <a:spcPct val="125000"/>
              </a:lnSpc>
            </a:pPr>
            <a:r>
              <a:rPr lang="en-US" sz="2800" dirty="0"/>
              <a:t>Two meanings of “label”.</a:t>
            </a:r>
          </a:p>
          <a:p>
            <a:pPr>
              <a:lnSpc>
                <a:spcPct val="125000"/>
              </a:lnSpc>
            </a:pPr>
            <a:r>
              <a:rPr lang="en-US" sz="2800" dirty="0"/>
              <a:t>In </a:t>
            </a:r>
            <a:r>
              <a:rPr lang="en-US" sz="2800" b="1" dirty="0"/>
              <a:t>“</a:t>
            </a:r>
            <a:r>
              <a:rPr lang="en-US" sz="2800" dirty="0"/>
              <a:t>Label in Name” … </a:t>
            </a:r>
          </a:p>
          <a:p>
            <a:pPr lvl="1">
              <a:lnSpc>
                <a:spcPct val="125000"/>
              </a:lnSpc>
            </a:pPr>
            <a:r>
              <a:rPr lang="en-US" sz="2800" dirty="0"/>
              <a:t>“Label” means “visible label” </a:t>
            </a:r>
          </a:p>
          <a:p>
            <a:pPr lvl="1">
              <a:lnSpc>
                <a:spcPct val="125000"/>
              </a:lnSpc>
            </a:pPr>
            <a:r>
              <a:rPr lang="en-US" sz="2800" dirty="0"/>
              <a:t>“Name” means “accessible name” (= usually aria-</a:t>
            </a:r>
            <a:r>
              <a:rPr lang="en-US" sz="2800" i="1" dirty="0"/>
              <a:t>label</a:t>
            </a:r>
            <a:r>
              <a:rPr lang="en-US" sz="2800" dirty="0"/>
              <a:t>) </a:t>
            </a:r>
          </a:p>
          <a:p>
            <a:pPr lvl="2">
              <a:lnSpc>
                <a:spcPct val="125000"/>
              </a:lnSpc>
            </a:pPr>
            <a:r>
              <a:rPr lang="en-US" sz="2800" dirty="0">
                <a:sym typeface="Wingdings" panose="05000000000000000000" pitchFamily="2" charset="2"/>
              </a:rPr>
              <a:t>Live in a11y tree.</a:t>
            </a:r>
          </a:p>
          <a:p>
            <a:pPr>
              <a:lnSpc>
                <a:spcPct val="125000"/>
              </a:lnSpc>
            </a:pPr>
            <a:r>
              <a:rPr lang="en-US" sz="2800" dirty="0">
                <a:sym typeface="Wingdings" panose="05000000000000000000" pitchFamily="2" charset="2"/>
              </a:rPr>
              <a:t>aria-label ≠ visible label </a:t>
            </a:r>
          </a:p>
          <a:p>
            <a:pPr>
              <a:lnSpc>
                <a:spcPct val="125000"/>
              </a:lnSpc>
            </a:pPr>
            <a:r>
              <a:rPr lang="en-US" sz="2800" dirty="0">
                <a:sym typeface="Wingdings" panose="05000000000000000000" pitchFamily="2" charset="2"/>
              </a:rPr>
              <a:t>“aria-label should be called aria-name”.</a:t>
            </a:r>
            <a:endParaRPr lang="en-US" sz="2800" dirty="0"/>
          </a:p>
        </p:txBody>
      </p:sp>
    </p:spTree>
    <p:extLst>
      <p:ext uri="{BB962C8B-B14F-4D97-AF65-F5344CB8AC3E}">
        <p14:creationId xmlns:p14="http://schemas.microsoft.com/office/powerpoint/2010/main" val="5927472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5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250"/>
                                        <p:tgtEl>
                                          <p:spTgt spid="12">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animEffect transition="in" filter="fade">
                                      <p:cBhvr>
                                        <p:cTn id="15" dur="250"/>
                                        <p:tgtEl>
                                          <p:spTgt spid="12">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xEl>
                                              <p:pRg st="3" end="3"/>
                                            </p:txEl>
                                          </p:spTgt>
                                        </p:tgtEl>
                                        <p:attrNameLst>
                                          <p:attrName>style.visibility</p:attrName>
                                        </p:attrNameLst>
                                      </p:cBhvr>
                                      <p:to>
                                        <p:strVal val="visible"/>
                                      </p:to>
                                    </p:set>
                                    <p:animEffect transition="in" filter="fade">
                                      <p:cBhvr>
                                        <p:cTn id="18" dur="250"/>
                                        <p:tgtEl>
                                          <p:spTgt spid="12">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animEffect transition="in" filter="fade">
                                      <p:cBhvr>
                                        <p:cTn id="21" dur="250"/>
                                        <p:tgtEl>
                                          <p:spTgt spid="1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2">
                                            <p:txEl>
                                              <p:pRg st="5" end="5"/>
                                            </p:txEl>
                                          </p:spTgt>
                                        </p:tgtEl>
                                        <p:attrNameLst>
                                          <p:attrName>style.visibility</p:attrName>
                                        </p:attrNameLst>
                                      </p:cBhvr>
                                      <p:to>
                                        <p:strVal val="visible"/>
                                      </p:to>
                                    </p:set>
                                    <p:animEffect transition="in" filter="fade">
                                      <p:cBhvr>
                                        <p:cTn id="26" dur="250"/>
                                        <p:tgtEl>
                                          <p:spTgt spid="12">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animEffect transition="in" filter="fade">
                                      <p:cBhvr>
                                        <p:cTn id="31" dur="25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CB495-84A6-9008-0CDF-C461B7E30F83}"/>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A91F870C-DD2B-818C-309F-D156DB12575C}"/>
              </a:ext>
            </a:extLst>
          </p:cNvPr>
          <p:cNvSpPr>
            <a:spLocks noGrp="1"/>
          </p:cNvSpPr>
          <p:nvPr>
            <p:ph type="title"/>
          </p:nvPr>
        </p:nvSpPr>
        <p:spPr>
          <a:xfrm>
            <a:off x="407988" y="152401"/>
            <a:ext cx="11376025" cy="723900"/>
          </a:xfrm>
          <a:ln>
            <a:noFill/>
          </a:ln>
        </p:spPr>
        <p:txBody>
          <a:bodyPr>
            <a:normAutofit/>
          </a:bodyPr>
          <a:lstStyle/>
          <a:p>
            <a:r>
              <a:rPr lang="en-CA" sz="4000" dirty="0"/>
              <a:t>“Label in Name” Failure &gt; Before &amp; After Fix</a:t>
            </a:r>
            <a:endParaRPr lang="en-DK" sz="4000" dirty="0"/>
          </a:p>
        </p:txBody>
      </p:sp>
      <p:sp>
        <p:nvSpPr>
          <p:cNvPr id="12" name="Text Placeholder 11">
            <a:extLst>
              <a:ext uri="{FF2B5EF4-FFF2-40B4-BE49-F238E27FC236}">
                <a16:creationId xmlns:a16="http://schemas.microsoft.com/office/drawing/2014/main" id="{80F7BE0E-891D-8773-BCA1-8ED2ADFE84B2}"/>
              </a:ext>
            </a:extLst>
          </p:cNvPr>
          <p:cNvSpPr>
            <a:spLocks noGrp="1"/>
          </p:cNvSpPr>
          <p:nvPr>
            <p:ph type="body" sz="quarter" idx="19"/>
          </p:nvPr>
        </p:nvSpPr>
        <p:spPr>
          <a:xfrm>
            <a:off x="665922" y="876301"/>
            <a:ext cx="11118091" cy="5705474"/>
          </a:xfrm>
          <a:ln>
            <a:noFill/>
          </a:ln>
        </p:spPr>
        <p:txBody>
          <a:bodyPr>
            <a:noAutofit/>
          </a:bodyPr>
          <a:lstStyle/>
          <a:p>
            <a:pPr marL="0" indent="0">
              <a:buNone/>
            </a:pPr>
            <a:r>
              <a:rPr lang="en-US" sz="2800" b="1" dirty="0">
                <a:latin typeface="+mj-lt"/>
              </a:rPr>
              <a:t>Before:</a:t>
            </a:r>
          </a:p>
          <a:p>
            <a:pPr marL="0" indent="0">
              <a:buNone/>
            </a:pPr>
            <a:r>
              <a:rPr lang="en-US" sz="2800" dirty="0">
                <a:latin typeface="Consolas" panose="020B0609020204030204" pitchFamily="49" charset="0"/>
              </a:rPr>
              <a:t>&lt;a </a:t>
            </a:r>
            <a:r>
              <a:rPr lang="en-US" sz="2800" dirty="0" err="1">
                <a:latin typeface="Consolas" panose="020B0609020204030204" pitchFamily="49" charset="0"/>
              </a:rPr>
              <a:t>href</a:t>
            </a:r>
            <a:r>
              <a:rPr lang="en-US" sz="2800" dirty="0">
                <a:latin typeface="Consolas" panose="020B0609020204030204" pitchFamily="49" charset="0"/>
              </a:rPr>
              <a:t>="/payment-methods"</a:t>
            </a:r>
          </a:p>
          <a:p>
            <a:pPr marL="0" indent="0">
              <a:buNone/>
            </a:pPr>
            <a:r>
              <a:rPr lang="en-US" sz="2800" dirty="0">
                <a:latin typeface="Consolas" panose="020B0609020204030204" pitchFamily="49" charset="0"/>
              </a:rPr>
              <a:t>    aria-label="Full article: payment methods"&gt;</a:t>
            </a:r>
          </a:p>
          <a:p>
            <a:pPr marL="0" indent="0">
              <a:buNone/>
            </a:pPr>
            <a:r>
              <a:rPr lang="en-US" sz="2800" dirty="0">
                <a:latin typeface="Consolas" panose="020B0609020204030204" pitchFamily="49" charset="0"/>
              </a:rPr>
              <a:t>  Read more</a:t>
            </a:r>
          </a:p>
          <a:p>
            <a:pPr marL="0" indent="0">
              <a:buNone/>
            </a:pPr>
            <a:r>
              <a:rPr lang="en-US" sz="2800" dirty="0">
                <a:latin typeface="Consolas" panose="020B0609020204030204" pitchFamily="49" charset="0"/>
              </a:rPr>
              <a:t>&lt;/a&gt;</a:t>
            </a:r>
          </a:p>
          <a:p>
            <a:pPr marL="0" indent="0">
              <a:buNone/>
            </a:pPr>
            <a:r>
              <a:rPr lang="en-US" sz="2800" b="1" dirty="0">
                <a:latin typeface="+mj-lt"/>
              </a:rPr>
              <a:t>After:</a:t>
            </a:r>
          </a:p>
          <a:p>
            <a:pPr marL="0" indent="0">
              <a:buNone/>
            </a:pPr>
            <a:r>
              <a:rPr lang="en-US" sz="2800" dirty="0">
                <a:latin typeface="Consolas" panose="020B0609020204030204" pitchFamily="49" charset="0"/>
              </a:rPr>
              <a:t>&lt;a </a:t>
            </a:r>
            <a:r>
              <a:rPr lang="en-US" sz="2800" dirty="0" err="1">
                <a:latin typeface="Consolas" panose="020B0609020204030204" pitchFamily="49" charset="0"/>
              </a:rPr>
              <a:t>href</a:t>
            </a:r>
            <a:r>
              <a:rPr lang="en-US" sz="2800" dirty="0">
                <a:latin typeface="Consolas" panose="020B0609020204030204" pitchFamily="49" charset="0"/>
              </a:rPr>
              <a:t>="/payment-methods"</a:t>
            </a:r>
          </a:p>
          <a:p>
            <a:pPr marL="0" indent="0">
              <a:buNone/>
            </a:pPr>
            <a:r>
              <a:rPr lang="en-US" sz="2800" dirty="0">
                <a:latin typeface="Consolas" panose="020B0609020204030204" pitchFamily="49" charset="0"/>
              </a:rPr>
              <a:t>    aria-label="</a:t>
            </a:r>
            <a:r>
              <a:rPr lang="en-US" sz="2800" dirty="0">
                <a:highlight>
                  <a:srgbClr val="FFFF00"/>
                </a:highlight>
                <a:latin typeface="Consolas" panose="020B0609020204030204" pitchFamily="49" charset="0"/>
              </a:rPr>
              <a:t>Read more about</a:t>
            </a:r>
            <a:r>
              <a:rPr lang="en-US" sz="2800" dirty="0">
                <a:latin typeface="Consolas" panose="020B0609020204030204" pitchFamily="49" charset="0"/>
              </a:rPr>
              <a:t> payment methods"&gt;</a:t>
            </a:r>
          </a:p>
          <a:p>
            <a:pPr marL="0" indent="0">
              <a:buNone/>
            </a:pPr>
            <a:r>
              <a:rPr lang="en-US" sz="2800" dirty="0">
                <a:latin typeface="Consolas" panose="020B0609020204030204" pitchFamily="49" charset="0"/>
              </a:rPr>
              <a:t>  Read more</a:t>
            </a:r>
          </a:p>
          <a:p>
            <a:pPr marL="0" indent="0">
              <a:buNone/>
            </a:pPr>
            <a:r>
              <a:rPr lang="en-US" sz="2800" dirty="0">
                <a:latin typeface="Consolas" panose="020B0609020204030204" pitchFamily="49" charset="0"/>
              </a:rPr>
              <a:t>&lt;/a&gt;</a:t>
            </a:r>
          </a:p>
        </p:txBody>
      </p:sp>
      <p:sp>
        <p:nvSpPr>
          <p:cNvPr id="2" name="Text Placeholder 11">
            <a:extLst>
              <a:ext uri="{FF2B5EF4-FFF2-40B4-BE49-F238E27FC236}">
                <a16:creationId xmlns:a16="http://schemas.microsoft.com/office/drawing/2014/main" id="{6AA466AD-691E-C80C-B6CC-B17652665D90}"/>
              </a:ext>
              <a:ext uri="{C183D7F6-B498-43B3-948B-1728B52AA6E4}">
                <adec:decorative xmlns:adec="http://schemas.microsoft.com/office/drawing/2017/decorative" val="1"/>
              </a:ext>
            </a:extLst>
          </p:cNvPr>
          <p:cNvSpPr txBox="1">
            <a:spLocks/>
          </p:cNvSpPr>
          <p:nvPr/>
        </p:nvSpPr>
        <p:spPr>
          <a:xfrm>
            <a:off x="198783" y="347870"/>
            <a:ext cx="2599502" cy="6879194"/>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r>
              <a:rPr lang="en-US" sz="2800" dirty="0">
                <a:highlight>
                  <a:srgbClr val="FFFF00"/>
                </a:highlight>
                <a:latin typeface="Consolas" panose="020B0609020204030204" pitchFamily="49" charset="0"/>
                <a:sym typeface="Wingdings" panose="05000000000000000000" pitchFamily="2" charset="2"/>
              </a:rPr>
              <a:t></a:t>
            </a:r>
            <a:r>
              <a:rPr lang="en-US" sz="2800" dirty="0">
                <a:latin typeface="Consolas" panose="020B0609020204030204" pitchFamily="49" charset="0"/>
                <a:sym typeface="Wingdings" panose="05000000000000000000" pitchFamily="2" charset="2"/>
              </a:rPr>
              <a:t> </a:t>
            </a:r>
            <a:endParaRPr lang="en-US" sz="2800" dirty="0">
              <a:latin typeface="Consolas" panose="020B0609020204030204" pitchFamily="49" charset="0"/>
            </a:endParaRPr>
          </a:p>
        </p:txBody>
      </p:sp>
    </p:spTree>
    <p:extLst>
      <p:ext uri="{BB962C8B-B14F-4D97-AF65-F5344CB8AC3E}">
        <p14:creationId xmlns:p14="http://schemas.microsoft.com/office/powerpoint/2010/main" val="39168507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1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249"/>
                                          </p:stCondLst>
                                        </p:cTn>
                                        <p:tgtEl>
                                          <p:spTgt spid="1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249"/>
                                          </p:stCondLst>
                                        </p:cTn>
                                        <p:tgtEl>
                                          <p:spTgt spid="1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249"/>
                                          </p:stCondLst>
                                        </p:cTn>
                                        <p:tgtEl>
                                          <p:spTgt spid="1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249"/>
                                          </p:stCondLst>
                                        </p:cTn>
                                        <p:tgtEl>
                                          <p:spTgt spid="1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249"/>
                                          </p:stCondLst>
                                        </p:cTn>
                                        <p:tgtEl>
                                          <p:spTgt spid="12">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249"/>
                                          </p:stCondLst>
                                        </p:cTn>
                                        <p:tgtEl>
                                          <p:spTgt spid="12">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249"/>
                                          </p:stCondLst>
                                        </p:cTn>
                                        <p:tgtEl>
                                          <p:spTgt spid="12">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249"/>
                                          </p:stCondLst>
                                        </p:cTn>
                                        <p:tgtEl>
                                          <p:spTgt spid="12">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249"/>
                                          </p:stCondLst>
                                        </p:cTn>
                                        <p:tgtEl>
                                          <p:spTgt spid="12">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24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P spid="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B310A-A27A-CD3A-F455-6E7EB43165DB}"/>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ABDB9683-DD99-1AD4-E42D-2F84533D182A}"/>
              </a:ext>
            </a:extLst>
          </p:cNvPr>
          <p:cNvSpPr>
            <a:spLocks noGrp="1"/>
          </p:cNvSpPr>
          <p:nvPr>
            <p:ph type="title"/>
          </p:nvPr>
        </p:nvSpPr>
        <p:spPr>
          <a:xfrm>
            <a:off x="407988" y="152401"/>
            <a:ext cx="11376025" cy="723900"/>
          </a:xfrm>
          <a:ln>
            <a:noFill/>
          </a:ln>
        </p:spPr>
        <p:txBody>
          <a:bodyPr>
            <a:normAutofit/>
          </a:bodyPr>
          <a:lstStyle/>
          <a:p>
            <a:r>
              <a:rPr lang="en-CA" sz="4000" dirty="0"/>
              <a:t>“Label in Name” Failure &gt; How To Fix</a:t>
            </a:r>
            <a:endParaRPr lang="en-DK" sz="4000" dirty="0"/>
          </a:p>
        </p:txBody>
      </p:sp>
      <p:sp>
        <p:nvSpPr>
          <p:cNvPr id="12" name="Text Placeholder 11">
            <a:extLst>
              <a:ext uri="{FF2B5EF4-FFF2-40B4-BE49-F238E27FC236}">
                <a16:creationId xmlns:a16="http://schemas.microsoft.com/office/drawing/2014/main" id="{8F708530-F928-AF55-12F4-AF918513A6ED}"/>
              </a:ext>
            </a:extLst>
          </p:cNvPr>
          <p:cNvSpPr>
            <a:spLocks noGrp="1"/>
          </p:cNvSpPr>
          <p:nvPr>
            <p:ph type="body" sz="quarter" idx="19"/>
          </p:nvPr>
        </p:nvSpPr>
        <p:spPr>
          <a:xfrm>
            <a:off x="407988" y="876301"/>
            <a:ext cx="11376025" cy="5705474"/>
          </a:xfrm>
          <a:ln>
            <a:noFill/>
          </a:ln>
        </p:spPr>
        <p:txBody>
          <a:bodyPr>
            <a:noAutofit/>
          </a:bodyPr>
          <a:lstStyle/>
          <a:p>
            <a:pPr marL="514350" indent="-514350">
              <a:lnSpc>
                <a:spcPct val="150000"/>
              </a:lnSpc>
              <a:buFont typeface="+mj-lt"/>
              <a:buAutoNum type="arabicPeriod"/>
            </a:pPr>
            <a:endParaRPr lang="en-US" sz="2800" dirty="0">
              <a:latin typeface="+mj-lt"/>
            </a:endParaRPr>
          </a:p>
          <a:p>
            <a:pPr marL="514350" indent="-514350">
              <a:lnSpc>
                <a:spcPct val="150000"/>
              </a:lnSpc>
              <a:buFont typeface="+mj-lt"/>
              <a:buAutoNum type="arabicPeriod"/>
            </a:pPr>
            <a:r>
              <a:rPr lang="en-US" sz="2800" dirty="0">
                <a:latin typeface="+mj-lt"/>
              </a:rPr>
              <a:t>Ask: does this really need an aria-label?</a:t>
            </a:r>
          </a:p>
          <a:p>
            <a:pPr marL="514350" indent="-514350">
              <a:lnSpc>
                <a:spcPct val="150000"/>
              </a:lnSpc>
              <a:buFont typeface="+mj-lt"/>
              <a:buAutoNum type="arabicPeriod"/>
            </a:pPr>
            <a:r>
              <a:rPr lang="en-US" sz="2800" dirty="0">
                <a:latin typeface="+mj-lt"/>
              </a:rPr>
              <a:t>If so: copy the visible text, paste it at the start of the aria-label, then add any other words after. </a:t>
            </a:r>
          </a:p>
        </p:txBody>
      </p:sp>
    </p:spTree>
    <p:extLst>
      <p:ext uri="{BB962C8B-B14F-4D97-AF65-F5344CB8AC3E}">
        <p14:creationId xmlns:p14="http://schemas.microsoft.com/office/powerpoint/2010/main" val="20541219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249"/>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747EA-10BD-FC39-D1D6-9C166D43CE2C}"/>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BD59B229-721A-56A1-4798-0C281D5B2349}"/>
              </a:ext>
            </a:extLst>
          </p:cNvPr>
          <p:cNvSpPr>
            <a:spLocks noGrp="1"/>
          </p:cNvSpPr>
          <p:nvPr>
            <p:ph type="title"/>
          </p:nvPr>
        </p:nvSpPr>
        <p:spPr>
          <a:xfrm>
            <a:off x="407988" y="152401"/>
            <a:ext cx="11376025" cy="723900"/>
          </a:xfrm>
          <a:ln>
            <a:noFill/>
          </a:ln>
        </p:spPr>
        <p:txBody>
          <a:bodyPr>
            <a:normAutofit/>
          </a:bodyPr>
          <a:lstStyle/>
          <a:p>
            <a:r>
              <a:rPr lang="en-CA" sz="4000" dirty="0"/>
              <a:t>“Label in Name” Failure &gt; Examples</a:t>
            </a:r>
            <a:endParaRPr lang="en-DK" sz="4000" dirty="0"/>
          </a:p>
        </p:txBody>
      </p:sp>
      <p:sp>
        <p:nvSpPr>
          <p:cNvPr id="2" name="Text Placeholder 11">
            <a:extLst>
              <a:ext uri="{FF2B5EF4-FFF2-40B4-BE49-F238E27FC236}">
                <a16:creationId xmlns:a16="http://schemas.microsoft.com/office/drawing/2014/main" id="{F36CC558-E458-2F70-8C27-8610DA3A474A}"/>
              </a:ext>
              <a:ext uri="{C183D7F6-B498-43B3-948B-1728B52AA6E4}">
                <adec:decorative xmlns:adec="http://schemas.microsoft.com/office/drawing/2017/decorative" val="1"/>
              </a:ext>
            </a:extLst>
          </p:cNvPr>
          <p:cNvSpPr txBox="1">
            <a:spLocks/>
          </p:cNvSpPr>
          <p:nvPr/>
        </p:nvSpPr>
        <p:spPr>
          <a:xfrm>
            <a:off x="0" y="347870"/>
            <a:ext cx="2798285" cy="6879194"/>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r>
              <a:rPr lang="en-US" sz="2800" dirty="0">
                <a:latin typeface="Consolas" panose="020B0609020204030204" pitchFamily="49" charset="0"/>
                <a:sym typeface="Wingdings" panose="05000000000000000000" pitchFamily="2" charset="2"/>
              </a:rPr>
              <a:t> </a:t>
            </a:r>
            <a:endParaRPr lang="en-US" sz="2800" dirty="0">
              <a:latin typeface="Consolas" panose="020B0609020204030204" pitchFamily="49" charset="0"/>
            </a:endParaRPr>
          </a:p>
        </p:txBody>
      </p:sp>
      <p:graphicFrame>
        <p:nvGraphicFramePr>
          <p:cNvPr id="3" name="Table 2">
            <a:extLst>
              <a:ext uri="{FF2B5EF4-FFF2-40B4-BE49-F238E27FC236}">
                <a16:creationId xmlns:a16="http://schemas.microsoft.com/office/drawing/2014/main" id="{9119AED3-D7B2-01EB-D719-6EB4862AB19B}"/>
              </a:ext>
            </a:extLst>
          </p:cNvPr>
          <p:cNvGraphicFramePr>
            <a:graphicFrameLocks noGrp="1"/>
          </p:cNvGraphicFramePr>
          <p:nvPr>
            <p:extLst>
              <p:ext uri="{D42A27DB-BD31-4B8C-83A1-F6EECF244321}">
                <p14:modId xmlns:p14="http://schemas.microsoft.com/office/powerpoint/2010/main" val="3175796492"/>
              </p:ext>
            </p:extLst>
          </p:nvPr>
        </p:nvGraphicFramePr>
        <p:xfrm>
          <a:off x="276727" y="1071770"/>
          <a:ext cx="11646569" cy="5183179"/>
        </p:xfrm>
        <a:graphic>
          <a:graphicData uri="http://schemas.openxmlformats.org/drawingml/2006/table">
            <a:tbl>
              <a:tblPr firstRow="1" bandRow="1">
                <a:tableStyleId>{5C22544A-7EE6-4342-B048-85BDC9FD1C3A}</a:tableStyleId>
              </a:tblPr>
              <a:tblGrid>
                <a:gridCol w="3105178">
                  <a:extLst>
                    <a:ext uri="{9D8B030D-6E8A-4147-A177-3AD203B41FA5}">
                      <a16:colId xmlns:a16="http://schemas.microsoft.com/office/drawing/2014/main" val="660446500"/>
                    </a:ext>
                  </a:extLst>
                </a:gridCol>
                <a:gridCol w="5456747">
                  <a:extLst>
                    <a:ext uri="{9D8B030D-6E8A-4147-A177-3AD203B41FA5}">
                      <a16:colId xmlns:a16="http://schemas.microsoft.com/office/drawing/2014/main" val="1586537408"/>
                    </a:ext>
                  </a:extLst>
                </a:gridCol>
                <a:gridCol w="3084644">
                  <a:extLst>
                    <a:ext uri="{9D8B030D-6E8A-4147-A177-3AD203B41FA5}">
                      <a16:colId xmlns:a16="http://schemas.microsoft.com/office/drawing/2014/main" val="374020963"/>
                    </a:ext>
                  </a:extLst>
                </a:gridCol>
              </a:tblGrid>
              <a:tr h="698867">
                <a:tc>
                  <a:txBody>
                    <a:bodyPr/>
                    <a:lstStyle/>
                    <a:p>
                      <a:r>
                        <a:rPr lang="en-CA" sz="2800" dirty="0"/>
                        <a:t>Visible label</a:t>
                      </a:r>
                    </a:p>
                  </a:txBody>
                  <a:tcPr/>
                </a:tc>
                <a:tc>
                  <a:txBody>
                    <a:bodyPr/>
                    <a:lstStyle/>
                    <a:p>
                      <a:r>
                        <a:rPr lang="en-CA" sz="2800" dirty="0"/>
                        <a:t>aria-label (= accessible name)</a:t>
                      </a:r>
                    </a:p>
                  </a:txBody>
                  <a:tcPr/>
                </a:tc>
                <a:tc>
                  <a:txBody>
                    <a:bodyPr/>
                    <a:lstStyle/>
                    <a:p>
                      <a:r>
                        <a:rPr lang="en-CA" sz="2800" dirty="0"/>
                        <a:t>Good or Bad</a:t>
                      </a:r>
                    </a:p>
                  </a:txBody>
                  <a:tcPr/>
                </a:tc>
                <a:extLst>
                  <a:ext uri="{0D108BD9-81ED-4DB2-BD59-A6C34878D82A}">
                    <a16:rowId xmlns:a16="http://schemas.microsoft.com/office/drawing/2014/main" val="2969801344"/>
                  </a:ext>
                </a:extLst>
              </a:tr>
              <a:tr h="1070849">
                <a:tc>
                  <a:txBody>
                    <a:bodyPr/>
                    <a:lstStyle/>
                    <a:p>
                      <a:r>
                        <a:rPr lang="en-CA" sz="2800" dirty="0"/>
                        <a:t>Read more </a:t>
                      </a:r>
                    </a:p>
                  </a:txBody>
                  <a:tcPr/>
                </a:tc>
                <a:tc>
                  <a:txBody>
                    <a:bodyPr/>
                    <a:lstStyle/>
                    <a:p>
                      <a:r>
                        <a:rPr lang="en-US" sz="2800" dirty="0"/>
                        <a:t>Read more about payment methods</a:t>
                      </a:r>
                      <a:endParaRPr lang="en-CA" sz="2800" dirty="0"/>
                    </a:p>
                  </a:txBody>
                  <a:tcPr/>
                </a:tc>
                <a:tc>
                  <a:txBody>
                    <a:bodyPr/>
                    <a:lstStyle/>
                    <a:p>
                      <a:r>
                        <a:rPr lang="en-CA" sz="2800" dirty="0"/>
                        <a:t>Good</a:t>
                      </a:r>
                    </a:p>
                  </a:txBody>
                  <a:tcPr/>
                </a:tc>
                <a:extLst>
                  <a:ext uri="{0D108BD9-81ED-4DB2-BD59-A6C34878D82A}">
                    <a16:rowId xmlns:a16="http://schemas.microsoft.com/office/drawing/2014/main" val="681610239"/>
                  </a:ext>
                </a:extLst>
              </a:tr>
              <a:tr h="6988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800" dirty="0"/>
                        <a:t>Read more </a:t>
                      </a:r>
                    </a:p>
                  </a:txBody>
                  <a:tcPr/>
                </a:tc>
                <a:tc>
                  <a:txBody>
                    <a:bodyPr/>
                    <a:lstStyle/>
                    <a:p>
                      <a:r>
                        <a:rPr lang="en-CA" sz="2800" dirty="0"/>
                        <a:t>Full article</a:t>
                      </a:r>
                    </a:p>
                  </a:txBody>
                  <a:tcPr/>
                </a:tc>
                <a:tc>
                  <a:txBody>
                    <a:bodyPr/>
                    <a:lstStyle/>
                    <a:p>
                      <a:r>
                        <a:rPr lang="en-CA" sz="2800" dirty="0"/>
                        <a:t>Bad</a:t>
                      </a:r>
                    </a:p>
                  </a:txBody>
                  <a:tcPr/>
                </a:tc>
                <a:extLst>
                  <a:ext uri="{0D108BD9-81ED-4DB2-BD59-A6C34878D82A}">
                    <a16:rowId xmlns:a16="http://schemas.microsoft.com/office/drawing/2014/main" val="1010277123"/>
                  </a:ext>
                </a:extLst>
              </a:tr>
              <a:tr h="1070849">
                <a:tc>
                  <a:txBody>
                    <a:bodyPr/>
                    <a:lstStyle/>
                    <a:p>
                      <a:r>
                        <a:rPr lang="en-CA" sz="2800" dirty="0"/>
                        <a:t>Download PDF</a:t>
                      </a:r>
                    </a:p>
                  </a:txBody>
                  <a:tcPr/>
                </a:tc>
                <a:tc>
                  <a:txBody>
                    <a:bodyPr/>
                    <a:lstStyle/>
                    <a:p>
                      <a:r>
                        <a:rPr lang="en-US" sz="2800" dirty="0"/>
                        <a:t>Download the PDF</a:t>
                      </a:r>
                      <a:endParaRPr lang="en-CA" sz="2800" dirty="0"/>
                    </a:p>
                  </a:txBody>
                  <a:tcPr/>
                </a:tc>
                <a:tc>
                  <a:txBody>
                    <a:bodyPr/>
                    <a:lstStyle/>
                    <a:p>
                      <a:r>
                        <a:rPr lang="en-CA" sz="2800" dirty="0"/>
                        <a:t>Bad</a:t>
                      </a:r>
                    </a:p>
                  </a:txBody>
                  <a:tcPr/>
                </a:tc>
                <a:extLst>
                  <a:ext uri="{0D108BD9-81ED-4DB2-BD59-A6C34878D82A}">
                    <a16:rowId xmlns:a16="http://schemas.microsoft.com/office/drawing/2014/main" val="1463225074"/>
                  </a:ext>
                </a:extLst>
              </a:tr>
              <a:tr h="698867">
                <a:tc>
                  <a:txBody>
                    <a:bodyPr/>
                    <a:lstStyle/>
                    <a:p>
                      <a:r>
                        <a:rPr lang="en-CA" sz="2800" dirty="0"/>
                        <a:t>323-555-1234</a:t>
                      </a:r>
                    </a:p>
                  </a:txBody>
                  <a:tcPr/>
                </a:tc>
                <a:tc>
                  <a:txBody>
                    <a:bodyPr/>
                    <a:lstStyle/>
                    <a:p>
                      <a:r>
                        <a:rPr lang="en-CA" sz="2800" dirty="0"/>
                        <a:t>3 2 3 5 5 5 1 2 3 4</a:t>
                      </a:r>
                    </a:p>
                  </a:txBody>
                  <a:tcPr/>
                </a:tc>
                <a:tc>
                  <a:txBody>
                    <a:bodyPr/>
                    <a:lstStyle/>
                    <a:p>
                      <a:r>
                        <a:rPr lang="en-CA" sz="2800" dirty="0"/>
                        <a:t>Bad</a:t>
                      </a:r>
                    </a:p>
                  </a:txBody>
                  <a:tcPr/>
                </a:tc>
                <a:extLst>
                  <a:ext uri="{0D108BD9-81ED-4DB2-BD59-A6C34878D82A}">
                    <a16:rowId xmlns:a16="http://schemas.microsoft.com/office/drawing/2014/main" val="2347929839"/>
                  </a:ext>
                </a:extLst>
              </a:tr>
              <a:tr h="6988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800" dirty="0"/>
                        <a:t>Read more </a:t>
                      </a:r>
                    </a:p>
                  </a:txBody>
                  <a:tcPr/>
                </a:tc>
                <a:tc>
                  <a:txBody>
                    <a:bodyPr/>
                    <a:lstStyle/>
                    <a:p>
                      <a:r>
                        <a:rPr lang="en-CA" sz="2800" dirty="0"/>
                        <a:t>Payment methods, read more </a:t>
                      </a:r>
                    </a:p>
                  </a:txBody>
                  <a:tcPr/>
                </a:tc>
                <a:tc>
                  <a:txBody>
                    <a:bodyPr/>
                    <a:lstStyle/>
                    <a:p>
                      <a:r>
                        <a:rPr lang="en-CA" sz="2800" dirty="0"/>
                        <a:t>Bad (due to lack of front-loading)</a:t>
                      </a:r>
                    </a:p>
                  </a:txBody>
                  <a:tcPr/>
                </a:tc>
                <a:extLst>
                  <a:ext uri="{0D108BD9-81ED-4DB2-BD59-A6C34878D82A}">
                    <a16:rowId xmlns:a16="http://schemas.microsoft.com/office/drawing/2014/main" val="3077202723"/>
                  </a:ext>
                </a:extLst>
              </a:tr>
            </a:tbl>
          </a:graphicData>
        </a:graphic>
      </p:graphicFrame>
    </p:spTree>
    <p:extLst>
      <p:ext uri="{BB962C8B-B14F-4D97-AF65-F5344CB8AC3E}">
        <p14:creationId xmlns:p14="http://schemas.microsoft.com/office/powerpoint/2010/main" val="13235676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B6F86-83B2-CFF2-E631-282F42DB1673}"/>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607095CD-1495-CC55-4ADC-872C5BB8E187}"/>
              </a:ext>
            </a:extLst>
          </p:cNvPr>
          <p:cNvSpPr>
            <a:spLocks noGrp="1"/>
          </p:cNvSpPr>
          <p:nvPr>
            <p:ph type="title"/>
          </p:nvPr>
        </p:nvSpPr>
        <p:spPr>
          <a:xfrm>
            <a:off x="284204" y="194916"/>
            <a:ext cx="11623591" cy="723900"/>
          </a:xfrm>
          <a:ln>
            <a:noFill/>
          </a:ln>
        </p:spPr>
        <p:txBody>
          <a:bodyPr>
            <a:noAutofit/>
          </a:bodyPr>
          <a:lstStyle/>
          <a:p>
            <a:r>
              <a:rPr lang="en-CA" sz="4000" dirty="0"/>
              <a:t>“Label in Name” Failure </a:t>
            </a:r>
            <a:br>
              <a:rPr lang="en-CA" sz="4000" dirty="0"/>
            </a:br>
            <a:r>
              <a:rPr lang="en-CA" sz="4000" dirty="0"/>
              <a:t>&gt; Documentation Elsewhere</a:t>
            </a:r>
            <a:endParaRPr lang="en-DK" sz="4000" dirty="0"/>
          </a:p>
        </p:txBody>
      </p:sp>
      <p:sp>
        <p:nvSpPr>
          <p:cNvPr id="8" name="Text Placeholder 11">
            <a:extLst>
              <a:ext uri="{FF2B5EF4-FFF2-40B4-BE49-F238E27FC236}">
                <a16:creationId xmlns:a16="http://schemas.microsoft.com/office/drawing/2014/main" id="{741EF8D0-0036-0779-FF2B-1AA409FC0935}"/>
              </a:ext>
            </a:extLst>
          </p:cNvPr>
          <p:cNvSpPr>
            <a:spLocks noGrp="1"/>
          </p:cNvSpPr>
          <p:nvPr>
            <p:ph type="body" sz="quarter" idx="19"/>
          </p:nvPr>
        </p:nvSpPr>
        <p:spPr>
          <a:xfrm>
            <a:off x="407988" y="1746913"/>
            <a:ext cx="11376025" cy="4834862"/>
          </a:xfrm>
          <a:ln>
            <a:noFill/>
          </a:ln>
        </p:spPr>
        <p:txBody>
          <a:bodyPr>
            <a:noAutofit/>
          </a:bodyPr>
          <a:lstStyle/>
          <a:p>
            <a:pPr>
              <a:lnSpc>
                <a:spcPct val="150000"/>
              </a:lnSpc>
            </a:pPr>
            <a:r>
              <a:rPr lang="en-US" sz="2800" dirty="0" err="1">
                <a:latin typeface="+mj-lt"/>
              </a:rPr>
              <a:t>WebAIM</a:t>
            </a:r>
            <a:r>
              <a:rPr lang="en-US" sz="2800" dirty="0">
                <a:latin typeface="+mj-lt"/>
              </a:rPr>
              <a:t> Million, Web Almanac: none.   (WAVE / Lighthouse.)</a:t>
            </a:r>
          </a:p>
          <a:p>
            <a:pPr>
              <a:lnSpc>
                <a:spcPct val="150000"/>
              </a:lnSpc>
            </a:pPr>
            <a:r>
              <a:rPr lang="en-US" sz="2800" dirty="0">
                <a:latin typeface="+mj-lt"/>
              </a:rPr>
              <a:t>WCAG:</a:t>
            </a:r>
          </a:p>
          <a:p>
            <a:pPr lvl="1">
              <a:lnSpc>
                <a:spcPct val="150000"/>
              </a:lnSpc>
            </a:pPr>
            <a:r>
              <a:rPr lang="en-US" sz="2800" dirty="0">
                <a:latin typeface="+mj-lt"/>
              </a:rPr>
              <a:t>“Front-load”: prominently a “best practice”, but doesn’t say why.</a:t>
            </a:r>
          </a:p>
          <a:p>
            <a:pPr lvl="1">
              <a:lnSpc>
                <a:spcPct val="150000"/>
              </a:lnSpc>
            </a:pPr>
            <a:r>
              <a:rPr lang="en-US" sz="2800" dirty="0">
                <a:latin typeface="+mj-lt"/>
              </a:rPr>
              <a:t>Sighted screen reader user: Yes.</a:t>
            </a:r>
          </a:p>
          <a:p>
            <a:pPr>
              <a:lnSpc>
                <a:spcPct val="150000"/>
              </a:lnSpc>
            </a:pPr>
            <a:r>
              <a:rPr lang="en-US" sz="2800" dirty="0">
                <a:latin typeface="+mj-lt"/>
              </a:rPr>
              <a:t>Does any web checker flag “failure to front-load”?  A: No. </a:t>
            </a:r>
          </a:p>
          <a:p>
            <a:pPr lvl="1">
              <a:lnSpc>
                <a:spcPct val="150000"/>
              </a:lnSpc>
            </a:pPr>
            <a:r>
              <a:rPr lang="en-US" sz="2800" dirty="0">
                <a:latin typeface="+mj-lt"/>
              </a:rPr>
              <a:t>Native mobile: axe </a:t>
            </a:r>
            <a:r>
              <a:rPr lang="en-US" sz="2800" dirty="0" err="1">
                <a:latin typeface="+mj-lt"/>
              </a:rPr>
              <a:t>devtools</a:t>
            </a:r>
            <a:r>
              <a:rPr lang="en-US" sz="2800" dirty="0">
                <a:latin typeface="+mj-lt"/>
              </a:rPr>
              <a:t> android “label at front” rule.</a:t>
            </a:r>
          </a:p>
          <a:p>
            <a:pPr>
              <a:lnSpc>
                <a:spcPct val="150000"/>
              </a:lnSpc>
            </a:pPr>
            <a:endParaRPr lang="en-US" sz="2800" dirty="0">
              <a:latin typeface="+mj-lt"/>
            </a:endParaRPr>
          </a:p>
        </p:txBody>
      </p:sp>
    </p:spTree>
    <p:extLst>
      <p:ext uri="{BB962C8B-B14F-4D97-AF65-F5344CB8AC3E}">
        <p14:creationId xmlns:p14="http://schemas.microsoft.com/office/powerpoint/2010/main" val="12707601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249"/>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249"/>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249"/>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249"/>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249"/>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249"/>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1CD23-8732-0207-7A18-5E4EB9B6C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ED002-A95A-9098-5E5D-BE809CD3C63E}"/>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Blank slide 5</a:t>
            </a:r>
          </a:p>
        </p:txBody>
      </p:sp>
    </p:spTree>
    <p:extLst>
      <p:ext uri="{BB962C8B-B14F-4D97-AF65-F5344CB8AC3E}">
        <p14:creationId xmlns:p14="http://schemas.microsoft.com/office/powerpoint/2010/main" val="24294665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34117-31B4-9BA3-634D-D02CEE5AE1F5}"/>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CBD29FFD-5278-307A-2070-02921EFC9753}"/>
              </a:ext>
            </a:extLst>
          </p:cNvPr>
          <p:cNvSpPr>
            <a:spLocks noGrp="1"/>
          </p:cNvSpPr>
          <p:nvPr>
            <p:ph type="title"/>
          </p:nvPr>
        </p:nvSpPr>
        <p:spPr>
          <a:xfrm>
            <a:off x="407988" y="152401"/>
            <a:ext cx="11376025" cy="723900"/>
          </a:xfrm>
          <a:ln>
            <a:noFill/>
          </a:ln>
        </p:spPr>
        <p:txBody>
          <a:bodyPr>
            <a:normAutofit/>
          </a:bodyPr>
          <a:lstStyle/>
          <a:p>
            <a:r>
              <a:rPr lang="en-CA" sz="4000" dirty="0"/>
              <a:t>Mistake 5 of 5: B</a:t>
            </a:r>
            <a:r>
              <a:rPr lang="en-DK" sz="4000" dirty="0"/>
              <a:t>ad &lt;label&gt; </a:t>
            </a:r>
            <a:r>
              <a:rPr lang="en-CA" sz="4000" dirty="0"/>
              <a:t>E</a:t>
            </a:r>
            <a:r>
              <a:rPr lang="en-DK" sz="4000" dirty="0"/>
              <a:t>lement</a:t>
            </a:r>
          </a:p>
        </p:txBody>
      </p:sp>
      <p:sp>
        <p:nvSpPr>
          <p:cNvPr id="2" name="Text Placeholder 11">
            <a:extLst>
              <a:ext uri="{FF2B5EF4-FFF2-40B4-BE49-F238E27FC236}">
                <a16:creationId xmlns:a16="http://schemas.microsoft.com/office/drawing/2014/main" id="{40AB4175-F85F-48B7-889B-3F0A274969E8}"/>
              </a:ext>
              <a:ext uri="{C183D7F6-B498-43B3-948B-1728B52AA6E4}">
                <adec:decorative xmlns:adec="http://schemas.microsoft.com/office/drawing/2017/decorative" val="1"/>
              </a:ext>
            </a:extLst>
          </p:cNvPr>
          <p:cNvSpPr txBox="1">
            <a:spLocks/>
          </p:cNvSpPr>
          <p:nvPr/>
        </p:nvSpPr>
        <p:spPr>
          <a:xfrm>
            <a:off x="0" y="347870"/>
            <a:ext cx="2798285" cy="6879194"/>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r>
              <a:rPr lang="en-US" sz="2800" dirty="0">
                <a:latin typeface="Consolas" panose="020B0609020204030204" pitchFamily="49" charset="0"/>
                <a:sym typeface="Wingdings" panose="05000000000000000000" pitchFamily="2" charset="2"/>
              </a:rPr>
              <a:t> </a:t>
            </a:r>
            <a:endParaRPr lang="en-US" sz="2800" dirty="0">
              <a:latin typeface="Consolas" panose="020B0609020204030204" pitchFamily="49" charset="0"/>
            </a:endParaRPr>
          </a:p>
        </p:txBody>
      </p:sp>
    </p:spTree>
    <p:extLst>
      <p:ext uri="{BB962C8B-B14F-4D97-AF65-F5344CB8AC3E}">
        <p14:creationId xmlns:p14="http://schemas.microsoft.com/office/powerpoint/2010/main" val="31090042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CA985-5CF9-3003-103B-BC2EB9AE1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71C76-F80D-0203-B823-807A2FFD9731}"/>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Sloth 5</a:t>
            </a:r>
          </a:p>
        </p:txBody>
      </p:sp>
      <p:pic>
        <p:nvPicPr>
          <p:cNvPr id="3" name="Picture 2" descr="A sloth on a green railing">
            <a:extLst>
              <a:ext uri="{FF2B5EF4-FFF2-40B4-BE49-F238E27FC236}">
                <a16:creationId xmlns:a16="http://schemas.microsoft.com/office/drawing/2014/main" id="{E00A0BC7-062F-256D-F2E2-7A4C0405F8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9438" y="282161"/>
            <a:ext cx="4058265" cy="6087398"/>
          </a:xfrm>
          <a:prstGeom prst="rect">
            <a:avLst/>
          </a:prstGeom>
        </p:spPr>
      </p:pic>
    </p:spTree>
    <p:extLst>
      <p:ext uri="{BB962C8B-B14F-4D97-AF65-F5344CB8AC3E}">
        <p14:creationId xmlns:p14="http://schemas.microsoft.com/office/powerpoint/2010/main" val="41495290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24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C54EF-AB3F-9A7A-E705-BA957C5E10A4}"/>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E3EA5039-B88B-4F66-27B6-1DBCA3833554}"/>
              </a:ext>
            </a:extLst>
          </p:cNvPr>
          <p:cNvSpPr>
            <a:spLocks noGrp="1"/>
          </p:cNvSpPr>
          <p:nvPr>
            <p:ph type="title"/>
          </p:nvPr>
        </p:nvSpPr>
        <p:spPr>
          <a:xfrm>
            <a:off x="407988" y="152401"/>
            <a:ext cx="11376025" cy="723900"/>
          </a:xfrm>
          <a:ln>
            <a:noFill/>
          </a:ln>
        </p:spPr>
        <p:txBody>
          <a:bodyPr>
            <a:normAutofit/>
          </a:bodyPr>
          <a:lstStyle/>
          <a:p>
            <a:r>
              <a:rPr lang="en-CA" sz="4000" dirty="0"/>
              <a:t>B</a:t>
            </a:r>
            <a:r>
              <a:rPr lang="en-DK" sz="4000" dirty="0"/>
              <a:t>ad &lt;label&gt; </a:t>
            </a:r>
            <a:r>
              <a:rPr lang="en-CA" sz="4000" dirty="0"/>
              <a:t>E</a:t>
            </a:r>
            <a:r>
              <a:rPr lang="en-DK" sz="4000" dirty="0"/>
              <a:t>lement</a:t>
            </a:r>
            <a:r>
              <a:rPr lang="en-CA" sz="4000" dirty="0"/>
              <a:t>, In The Dataset</a:t>
            </a:r>
            <a:endParaRPr lang="en-DK" sz="4000" dirty="0"/>
          </a:p>
        </p:txBody>
      </p:sp>
      <p:sp>
        <p:nvSpPr>
          <p:cNvPr id="2" name="Text Placeholder 11">
            <a:extLst>
              <a:ext uri="{FF2B5EF4-FFF2-40B4-BE49-F238E27FC236}">
                <a16:creationId xmlns:a16="http://schemas.microsoft.com/office/drawing/2014/main" id="{CB74225F-2DDD-CBE0-080B-40FA9B1A672F}"/>
              </a:ext>
              <a:ext uri="{C183D7F6-B498-43B3-948B-1728B52AA6E4}">
                <adec:decorative xmlns:adec="http://schemas.microsoft.com/office/drawing/2017/decorative" val="1"/>
              </a:ext>
            </a:extLst>
          </p:cNvPr>
          <p:cNvSpPr txBox="1">
            <a:spLocks/>
          </p:cNvSpPr>
          <p:nvPr/>
        </p:nvSpPr>
        <p:spPr>
          <a:xfrm>
            <a:off x="0" y="347870"/>
            <a:ext cx="2798285" cy="6879194"/>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r>
              <a:rPr lang="en-US" sz="2800" dirty="0">
                <a:latin typeface="Consolas" panose="020B0609020204030204" pitchFamily="49" charset="0"/>
                <a:sym typeface="Wingdings" panose="05000000000000000000" pitchFamily="2" charset="2"/>
              </a:rPr>
              <a:t> </a:t>
            </a:r>
            <a:endParaRPr lang="en-US" sz="2800" dirty="0">
              <a:latin typeface="Consolas" panose="020B0609020204030204" pitchFamily="49" charset="0"/>
            </a:endParaRPr>
          </a:p>
        </p:txBody>
      </p:sp>
      <p:sp>
        <p:nvSpPr>
          <p:cNvPr id="8" name="Text Placeholder 11">
            <a:extLst>
              <a:ext uri="{FF2B5EF4-FFF2-40B4-BE49-F238E27FC236}">
                <a16:creationId xmlns:a16="http://schemas.microsoft.com/office/drawing/2014/main" id="{341E0C9E-0659-7A8B-FFDA-877D0B9A9039}"/>
              </a:ext>
            </a:extLst>
          </p:cNvPr>
          <p:cNvSpPr>
            <a:spLocks noGrp="1"/>
          </p:cNvSpPr>
          <p:nvPr>
            <p:ph type="body" sz="quarter" idx="19"/>
          </p:nvPr>
        </p:nvSpPr>
        <p:spPr>
          <a:xfrm>
            <a:off x="407988" y="965771"/>
            <a:ext cx="11376025" cy="5616004"/>
          </a:xfrm>
          <a:ln>
            <a:noFill/>
          </a:ln>
        </p:spPr>
        <p:txBody>
          <a:bodyPr>
            <a:noAutofit/>
          </a:bodyPr>
          <a:lstStyle/>
          <a:p>
            <a:pPr marL="0" indent="0">
              <a:lnSpc>
                <a:spcPct val="125000"/>
              </a:lnSpc>
              <a:buNone/>
            </a:pPr>
            <a:r>
              <a:rPr lang="en-US" sz="2800" b="1" dirty="0"/>
              <a:t>Automated check said</a:t>
            </a:r>
            <a:r>
              <a:rPr lang="en-US" sz="2800" dirty="0"/>
              <a:t>: “Form field missing a label”</a:t>
            </a:r>
          </a:p>
          <a:p>
            <a:pPr marL="0" indent="0">
              <a:lnSpc>
                <a:spcPct val="125000"/>
              </a:lnSpc>
              <a:buNone/>
            </a:pPr>
            <a:r>
              <a:rPr lang="en-US" sz="2800" b="1" dirty="0"/>
              <a:t>Consultant wrote: </a:t>
            </a:r>
            <a:r>
              <a:rPr lang="en-US" sz="2800" dirty="0"/>
              <a:t>I can see that you added a &lt;label&gt; element, but there are two problems with it:</a:t>
            </a:r>
          </a:p>
          <a:p>
            <a:pPr marL="0" indent="0">
              <a:lnSpc>
                <a:spcPct val="125000"/>
              </a:lnSpc>
              <a:buNone/>
            </a:pPr>
            <a:r>
              <a:rPr lang="en-US" sz="2800" dirty="0"/>
              <a:t>1) It's been made invisible by the CSS property "display: none".  In addition to making the label invisible, this "display: none" also makes the label not take effect for accessibility purposes.</a:t>
            </a:r>
          </a:p>
          <a:p>
            <a:pPr marL="0" indent="0">
              <a:lnSpc>
                <a:spcPct val="125000"/>
              </a:lnSpc>
              <a:buNone/>
            </a:pPr>
            <a:r>
              <a:rPr lang="en-US" sz="2800" dirty="0"/>
              <a:t>2) The &lt;label&gt; has for=“address1" and the &lt;input&gt; has name=“address1”.  This isn't working because &lt;label for="..."&gt; is meant to refer to an id="..." attribute, not a name="..." attribute.  (continues…) </a:t>
            </a:r>
          </a:p>
        </p:txBody>
      </p:sp>
    </p:spTree>
    <p:extLst>
      <p:ext uri="{BB962C8B-B14F-4D97-AF65-F5344CB8AC3E}">
        <p14:creationId xmlns:p14="http://schemas.microsoft.com/office/powerpoint/2010/main" val="32591590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249"/>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249"/>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249"/>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249"/>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EA54F-404F-327C-DA2F-24CA694AB67E}"/>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1C529F82-02E7-A6D1-B00A-9DC85F4B0201}"/>
              </a:ext>
            </a:extLst>
          </p:cNvPr>
          <p:cNvSpPr>
            <a:spLocks noGrp="1"/>
          </p:cNvSpPr>
          <p:nvPr>
            <p:ph type="title"/>
          </p:nvPr>
        </p:nvSpPr>
        <p:spPr>
          <a:xfrm>
            <a:off x="407988" y="152400"/>
            <a:ext cx="11376025" cy="1549399"/>
          </a:xfrm>
          <a:ln>
            <a:noFill/>
          </a:ln>
        </p:spPr>
        <p:txBody>
          <a:bodyPr>
            <a:normAutofit/>
          </a:bodyPr>
          <a:lstStyle/>
          <a:p>
            <a:r>
              <a:rPr lang="en-CA" sz="4000" dirty="0"/>
              <a:t>B</a:t>
            </a:r>
            <a:r>
              <a:rPr lang="en-DK" sz="4000" dirty="0"/>
              <a:t>ad &lt;label&gt; </a:t>
            </a:r>
            <a:r>
              <a:rPr lang="en-CA" sz="4000" dirty="0"/>
              <a:t>E</a:t>
            </a:r>
            <a:r>
              <a:rPr lang="en-DK" sz="4000" dirty="0"/>
              <a:t>lement</a:t>
            </a:r>
            <a:r>
              <a:rPr lang="en-CA" sz="4000" dirty="0"/>
              <a:t>, </a:t>
            </a:r>
            <a:br>
              <a:rPr lang="en-CA" sz="4000" dirty="0"/>
            </a:br>
            <a:r>
              <a:rPr lang="en-CA" sz="4000" dirty="0"/>
              <a:t>Consultant Wrote (continued)</a:t>
            </a:r>
            <a:endParaRPr lang="en-DK" sz="4000" dirty="0"/>
          </a:p>
        </p:txBody>
      </p:sp>
      <p:sp>
        <p:nvSpPr>
          <p:cNvPr id="2" name="Text Placeholder 11">
            <a:extLst>
              <a:ext uri="{FF2B5EF4-FFF2-40B4-BE49-F238E27FC236}">
                <a16:creationId xmlns:a16="http://schemas.microsoft.com/office/drawing/2014/main" id="{F166845A-DED2-F905-3780-B214E5399FBE}"/>
              </a:ext>
              <a:ext uri="{C183D7F6-B498-43B3-948B-1728B52AA6E4}">
                <adec:decorative xmlns:adec="http://schemas.microsoft.com/office/drawing/2017/decorative" val="1"/>
              </a:ext>
            </a:extLst>
          </p:cNvPr>
          <p:cNvSpPr txBox="1">
            <a:spLocks/>
          </p:cNvSpPr>
          <p:nvPr/>
        </p:nvSpPr>
        <p:spPr>
          <a:xfrm>
            <a:off x="0" y="347870"/>
            <a:ext cx="2798285" cy="6879194"/>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r>
              <a:rPr lang="en-US" sz="2800" dirty="0">
                <a:latin typeface="Consolas" panose="020B0609020204030204" pitchFamily="49" charset="0"/>
                <a:sym typeface="Wingdings" panose="05000000000000000000" pitchFamily="2" charset="2"/>
              </a:rPr>
              <a:t> </a:t>
            </a:r>
            <a:endParaRPr lang="en-US" sz="2800" dirty="0">
              <a:latin typeface="Consolas" panose="020B0609020204030204" pitchFamily="49" charset="0"/>
            </a:endParaRPr>
          </a:p>
        </p:txBody>
      </p:sp>
      <p:sp>
        <p:nvSpPr>
          <p:cNvPr id="8" name="Text Placeholder 11">
            <a:extLst>
              <a:ext uri="{FF2B5EF4-FFF2-40B4-BE49-F238E27FC236}">
                <a16:creationId xmlns:a16="http://schemas.microsoft.com/office/drawing/2014/main" id="{9E4C4082-9CDA-BF12-A573-60185BABE8D9}"/>
              </a:ext>
            </a:extLst>
          </p:cNvPr>
          <p:cNvSpPr>
            <a:spLocks noGrp="1"/>
          </p:cNvSpPr>
          <p:nvPr>
            <p:ph type="body" sz="quarter" idx="19"/>
          </p:nvPr>
        </p:nvSpPr>
        <p:spPr>
          <a:xfrm>
            <a:off x="407988" y="1955799"/>
            <a:ext cx="11376025" cy="4625975"/>
          </a:xfrm>
          <a:ln>
            <a:noFill/>
          </a:ln>
        </p:spPr>
        <p:txBody>
          <a:bodyPr>
            <a:noAutofit/>
          </a:bodyPr>
          <a:lstStyle/>
          <a:p>
            <a:pPr marL="0" indent="0">
              <a:lnSpc>
                <a:spcPct val="125000"/>
              </a:lnSpc>
              <a:buNone/>
            </a:pPr>
            <a:r>
              <a:rPr lang="en-US" sz="2800" dirty="0"/>
              <a:t>To fix this: </a:t>
            </a:r>
          </a:p>
          <a:p>
            <a:pPr marL="514350" indent="-514350">
              <a:lnSpc>
                <a:spcPct val="125000"/>
              </a:lnSpc>
              <a:buAutoNum type="arabicParenR"/>
            </a:pPr>
            <a:r>
              <a:rPr lang="en-US" sz="2800" dirty="0"/>
              <a:t>Remove "display: none" from the &lt;label&gt;, </a:t>
            </a:r>
          </a:p>
          <a:p>
            <a:pPr marL="0" indent="0">
              <a:lnSpc>
                <a:spcPct val="125000"/>
              </a:lnSpc>
              <a:buNone/>
            </a:pPr>
            <a:r>
              <a:rPr lang="en-US" sz="2800" dirty="0"/>
              <a:t>and </a:t>
            </a:r>
          </a:p>
          <a:p>
            <a:pPr marL="0" indent="0">
              <a:lnSpc>
                <a:spcPct val="125000"/>
              </a:lnSpc>
              <a:buNone/>
            </a:pPr>
            <a:r>
              <a:rPr lang="en-US" sz="2800" dirty="0"/>
              <a:t>2) Change &lt;label for=“address1"&gt; to &lt;label for=“addressLine1"&gt; (because the ID of the &lt;input&gt; is “addressLine1").</a:t>
            </a:r>
          </a:p>
          <a:p>
            <a:pPr marL="0" indent="0">
              <a:lnSpc>
                <a:spcPct val="125000"/>
              </a:lnSpc>
              <a:buNone/>
            </a:pPr>
            <a:endParaRPr lang="en-US" sz="2800" dirty="0"/>
          </a:p>
        </p:txBody>
      </p:sp>
    </p:spTree>
    <p:extLst>
      <p:ext uri="{BB962C8B-B14F-4D97-AF65-F5344CB8AC3E}">
        <p14:creationId xmlns:p14="http://schemas.microsoft.com/office/powerpoint/2010/main" val="27106759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A8F30-50A2-884C-8108-EC20836A10BA}"/>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285AA7AB-EE0A-5BE4-9663-30FB66BD5D05}"/>
              </a:ext>
            </a:extLst>
          </p:cNvPr>
          <p:cNvSpPr>
            <a:spLocks noGrp="1"/>
          </p:cNvSpPr>
          <p:nvPr>
            <p:ph type="title"/>
          </p:nvPr>
        </p:nvSpPr>
        <p:spPr>
          <a:xfrm>
            <a:off x="297952" y="152401"/>
            <a:ext cx="11748498" cy="723900"/>
          </a:xfrm>
          <a:ln>
            <a:noFill/>
          </a:ln>
        </p:spPr>
        <p:txBody>
          <a:bodyPr>
            <a:normAutofit/>
          </a:bodyPr>
          <a:lstStyle/>
          <a:p>
            <a:r>
              <a:rPr lang="en-CA" sz="4000" dirty="0"/>
              <a:t>B</a:t>
            </a:r>
            <a:r>
              <a:rPr lang="en-DK" sz="4000" dirty="0"/>
              <a:t>ad &lt;label&gt; </a:t>
            </a:r>
            <a:r>
              <a:rPr lang="en-CA" sz="4000" dirty="0"/>
              <a:t>E</a:t>
            </a:r>
            <a:r>
              <a:rPr lang="en-DK" sz="4000" dirty="0"/>
              <a:t>lement</a:t>
            </a:r>
            <a:r>
              <a:rPr lang="en-CA" sz="4000" dirty="0"/>
              <a:t>, Example Page</a:t>
            </a:r>
            <a:endParaRPr lang="en-DK" sz="4000" dirty="0"/>
          </a:p>
        </p:txBody>
      </p:sp>
      <p:pic>
        <p:nvPicPr>
          <p:cNvPr id="5" name="Picture 4" descr="screenshot of demo page.  shows text &quot;address&quot; and two single-line text fields.">
            <a:extLst>
              <a:ext uri="{FF2B5EF4-FFF2-40B4-BE49-F238E27FC236}">
                <a16:creationId xmlns:a16="http://schemas.microsoft.com/office/drawing/2014/main" id="{3D3DFB25-B6F5-C25D-C4F8-760854992FA0}"/>
              </a:ext>
            </a:extLst>
          </p:cNvPr>
          <p:cNvPicPr>
            <a:picLocks noChangeAspect="1"/>
          </p:cNvPicPr>
          <p:nvPr/>
        </p:nvPicPr>
        <p:blipFill>
          <a:blip r:embed="rId3"/>
          <a:srcRect b="21885"/>
          <a:stretch>
            <a:fillRect/>
          </a:stretch>
        </p:blipFill>
        <p:spPr>
          <a:xfrm>
            <a:off x="297952" y="1268276"/>
            <a:ext cx="5001529" cy="1784859"/>
          </a:xfrm>
          <a:prstGeom prst="rect">
            <a:avLst/>
          </a:prstGeom>
          <a:ln w="38100">
            <a:noFill/>
            <a:prstDash val="sysDot"/>
          </a:ln>
          <a:effectLst>
            <a:glow rad="63500">
              <a:schemeClr val="accent1">
                <a:satMod val="175000"/>
                <a:alpha val="40000"/>
              </a:schemeClr>
            </a:glow>
            <a:outerShdw blurRad="50800" dist="38100" dir="8100000" algn="tr" rotWithShape="0">
              <a:prstClr val="black">
                <a:alpha val="40000"/>
              </a:prstClr>
            </a:outerShdw>
          </a:effectLst>
        </p:spPr>
      </p:pic>
      <p:sp>
        <p:nvSpPr>
          <p:cNvPr id="7" name="TextBox 6">
            <a:extLst>
              <a:ext uri="{FF2B5EF4-FFF2-40B4-BE49-F238E27FC236}">
                <a16:creationId xmlns:a16="http://schemas.microsoft.com/office/drawing/2014/main" id="{736C345F-3270-CB78-701D-1EC512E71EE4}"/>
              </a:ext>
            </a:extLst>
          </p:cNvPr>
          <p:cNvSpPr txBox="1"/>
          <p:nvPr/>
        </p:nvSpPr>
        <p:spPr>
          <a:xfrm>
            <a:off x="297952" y="3425191"/>
            <a:ext cx="5926120" cy="2677656"/>
          </a:xfrm>
          <a:prstGeom prst="rect">
            <a:avLst/>
          </a:prstGeom>
          <a:noFill/>
        </p:spPr>
        <p:txBody>
          <a:bodyPr wrap="square">
            <a:spAutoFit/>
          </a:bodyPr>
          <a:lstStyle/>
          <a:p>
            <a:pPr marL="0" indent="0">
              <a:buNone/>
            </a:pPr>
            <a:r>
              <a:rPr lang="en-US" sz="2800" dirty="0">
                <a:latin typeface="Consolas" panose="020B0609020204030204" pitchFamily="49" charset="0"/>
              </a:rPr>
              <a:t>&lt;label style="display: none" 	for="address1"&gt;</a:t>
            </a:r>
          </a:p>
          <a:p>
            <a:pPr marL="0" indent="0">
              <a:buNone/>
            </a:pPr>
            <a:r>
              <a:rPr lang="en-US" sz="2800" dirty="0">
                <a:latin typeface="Consolas" panose="020B0609020204030204" pitchFamily="49" charset="0"/>
              </a:rPr>
              <a:t>	Address Line 1</a:t>
            </a:r>
          </a:p>
          <a:p>
            <a:pPr marL="0" indent="0">
              <a:buNone/>
            </a:pPr>
            <a:r>
              <a:rPr lang="en-US" sz="2800" dirty="0">
                <a:latin typeface="Consolas" panose="020B0609020204030204" pitchFamily="49" charset="0"/>
              </a:rPr>
              <a:t>&lt;/label&gt;</a:t>
            </a:r>
          </a:p>
          <a:p>
            <a:pPr marL="0" indent="0">
              <a:buNone/>
            </a:pPr>
            <a:r>
              <a:rPr lang="en-US" sz="2800" dirty="0">
                <a:latin typeface="Consolas" panose="020B0609020204030204" pitchFamily="49" charset="0"/>
              </a:rPr>
              <a:t>&lt;input name="address1" 	id="addressLine1"&gt;</a:t>
            </a:r>
            <a:endParaRPr lang="en-CA" dirty="0"/>
          </a:p>
        </p:txBody>
      </p:sp>
      <p:sp>
        <p:nvSpPr>
          <p:cNvPr id="4" name="Text Placeholder 11">
            <a:extLst>
              <a:ext uri="{FF2B5EF4-FFF2-40B4-BE49-F238E27FC236}">
                <a16:creationId xmlns:a16="http://schemas.microsoft.com/office/drawing/2014/main" id="{949C2557-AE9C-121B-A5B8-FC729D32FE22}"/>
              </a:ext>
            </a:extLst>
          </p:cNvPr>
          <p:cNvSpPr txBox="1">
            <a:spLocks/>
          </p:cNvSpPr>
          <p:nvPr/>
        </p:nvSpPr>
        <p:spPr>
          <a:xfrm>
            <a:off x="6503670" y="1623059"/>
            <a:ext cx="5390378" cy="4560571"/>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Has a form field e.g. &lt;input&gt; element.</a:t>
            </a:r>
          </a:p>
          <a:p>
            <a:r>
              <a:rPr lang="en-US" sz="2800" dirty="0"/>
              <a:t>Added a &lt;label&gt; element.</a:t>
            </a:r>
          </a:p>
          <a:p>
            <a:r>
              <a:rPr lang="en-US" sz="2800" dirty="0"/>
              <a:t>… and it’s bad.</a:t>
            </a:r>
          </a:p>
          <a:p>
            <a:r>
              <a:rPr lang="en-US" sz="2800" dirty="0">
                <a:sym typeface="Wingdings" panose="05000000000000000000" pitchFamily="2" charset="2"/>
              </a:rPr>
              <a:t>… has two</a:t>
            </a:r>
            <a:r>
              <a:rPr lang="en-US" sz="2800" dirty="0"/>
              <a:t> problems (out of seven).</a:t>
            </a:r>
          </a:p>
        </p:txBody>
      </p:sp>
    </p:spTree>
    <p:extLst>
      <p:ext uri="{BB962C8B-B14F-4D97-AF65-F5344CB8AC3E}">
        <p14:creationId xmlns:p14="http://schemas.microsoft.com/office/powerpoint/2010/main" val="40817695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5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250"/>
                                        <p:tgtEl>
                                          <p:spTgt spid="4">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fade">
                                      <p:cBhvr>
                                        <p:cTn id="20" dur="250"/>
                                        <p:tgtEl>
                                          <p:spTgt spid="4">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fade">
                                      <p:cBhvr>
                                        <p:cTn id="25" dur="250"/>
                                        <p:tgtEl>
                                          <p:spTgt spid="4">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Effect transition="in" filter="fade">
                                      <p:cBhvr>
                                        <p:cTn id="30" dur="25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78937-F169-2C2D-B301-FDB402DCB25B}"/>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36809162-DEA4-6BB8-24F2-AEBDD70CD0B8}"/>
              </a:ext>
            </a:extLst>
          </p:cNvPr>
          <p:cNvSpPr>
            <a:spLocks noGrp="1"/>
          </p:cNvSpPr>
          <p:nvPr>
            <p:ph type="title"/>
          </p:nvPr>
        </p:nvSpPr>
        <p:spPr>
          <a:xfrm>
            <a:off x="407988" y="152401"/>
            <a:ext cx="11376025" cy="723900"/>
          </a:xfrm>
          <a:ln>
            <a:noFill/>
          </a:ln>
        </p:spPr>
        <p:txBody>
          <a:bodyPr>
            <a:normAutofit/>
          </a:bodyPr>
          <a:lstStyle/>
          <a:p>
            <a:r>
              <a:rPr lang="en-CA" sz="4000" dirty="0"/>
              <a:t>B</a:t>
            </a:r>
            <a:r>
              <a:rPr lang="en-DK" sz="4000" dirty="0"/>
              <a:t>ad &lt;label&gt; </a:t>
            </a:r>
            <a:r>
              <a:rPr lang="en-CA" sz="4000" dirty="0"/>
              <a:t>E</a:t>
            </a:r>
            <a:r>
              <a:rPr lang="en-DK" sz="4000" dirty="0"/>
              <a:t>lement</a:t>
            </a:r>
            <a:r>
              <a:rPr lang="en-CA" sz="4000" dirty="0"/>
              <a:t>, User Impact  </a:t>
            </a:r>
            <a:endParaRPr lang="en-DK" sz="4000" dirty="0"/>
          </a:p>
        </p:txBody>
      </p:sp>
      <p:sp>
        <p:nvSpPr>
          <p:cNvPr id="2" name="Text Placeholder 11">
            <a:extLst>
              <a:ext uri="{FF2B5EF4-FFF2-40B4-BE49-F238E27FC236}">
                <a16:creationId xmlns:a16="http://schemas.microsoft.com/office/drawing/2014/main" id="{1C28D7CC-A7C8-FE2B-608F-806532071943}"/>
              </a:ext>
              <a:ext uri="{C183D7F6-B498-43B3-948B-1728B52AA6E4}">
                <adec:decorative xmlns:adec="http://schemas.microsoft.com/office/drawing/2017/decorative" val="1"/>
              </a:ext>
            </a:extLst>
          </p:cNvPr>
          <p:cNvSpPr txBox="1">
            <a:spLocks/>
          </p:cNvSpPr>
          <p:nvPr/>
        </p:nvSpPr>
        <p:spPr>
          <a:xfrm>
            <a:off x="0" y="347870"/>
            <a:ext cx="2798285" cy="6879194"/>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endParaRPr lang="en-US" sz="2800" dirty="0">
              <a:latin typeface="Consolas" panose="020B0609020204030204" pitchFamily="49" charset="0"/>
            </a:endParaRPr>
          </a:p>
          <a:p>
            <a:pPr marL="0" indent="0">
              <a:buFont typeface="Arial" panose="020B0604020202020204" pitchFamily="34" charset="0"/>
              <a:buNone/>
            </a:pPr>
            <a:r>
              <a:rPr lang="en-US" sz="2800" dirty="0">
                <a:latin typeface="Consolas" panose="020B0609020204030204" pitchFamily="49" charset="0"/>
                <a:sym typeface="Wingdings" panose="05000000000000000000" pitchFamily="2" charset="2"/>
              </a:rPr>
              <a:t> </a:t>
            </a:r>
            <a:endParaRPr lang="en-US" sz="2800" dirty="0">
              <a:latin typeface="Consolas" panose="020B0609020204030204" pitchFamily="49" charset="0"/>
            </a:endParaRPr>
          </a:p>
        </p:txBody>
      </p:sp>
      <p:sp>
        <p:nvSpPr>
          <p:cNvPr id="4" name="Text Placeholder 11">
            <a:extLst>
              <a:ext uri="{FF2B5EF4-FFF2-40B4-BE49-F238E27FC236}">
                <a16:creationId xmlns:a16="http://schemas.microsoft.com/office/drawing/2014/main" id="{C6E93810-6561-EBEF-579D-E13617F9115C}"/>
              </a:ext>
            </a:extLst>
          </p:cNvPr>
          <p:cNvSpPr txBox="1">
            <a:spLocks/>
          </p:cNvSpPr>
          <p:nvPr/>
        </p:nvSpPr>
        <p:spPr>
          <a:xfrm>
            <a:off x="297952" y="965771"/>
            <a:ext cx="11638462" cy="5768404"/>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endParaRPr lang="en-US" sz="2800" dirty="0"/>
          </a:p>
          <a:p>
            <a:pPr>
              <a:lnSpc>
                <a:spcPct val="125000"/>
              </a:lnSpc>
            </a:pPr>
            <a:r>
              <a:rPr lang="en-US" sz="2800" dirty="0"/>
              <a:t>Screen reader will announce "edit blank" rather than “address line 1 edit blank”.</a:t>
            </a:r>
          </a:p>
          <a:p>
            <a:pPr>
              <a:lnSpc>
                <a:spcPct val="125000"/>
              </a:lnSpc>
            </a:pPr>
            <a:r>
              <a:rPr lang="en-US" sz="2800" dirty="0"/>
              <a:t>Voice access AT users: need use “show numbers”.</a:t>
            </a:r>
          </a:p>
          <a:p>
            <a:pPr>
              <a:lnSpc>
                <a:spcPct val="125000"/>
              </a:lnSpc>
            </a:pPr>
            <a:r>
              <a:rPr lang="en-US" sz="2800" dirty="0"/>
              <a:t>Mouse users: smaller clickable area.</a:t>
            </a:r>
          </a:p>
        </p:txBody>
      </p:sp>
    </p:spTree>
    <p:extLst>
      <p:ext uri="{BB962C8B-B14F-4D97-AF65-F5344CB8AC3E}">
        <p14:creationId xmlns:p14="http://schemas.microsoft.com/office/powerpoint/2010/main" val="42484094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249"/>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249"/>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249"/>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F0DBE-39C2-E924-C45C-7BBD91CEC4C9}"/>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E1B2A642-3634-EBFD-FB75-3A02672A6086}"/>
              </a:ext>
            </a:extLst>
          </p:cNvPr>
          <p:cNvSpPr>
            <a:spLocks noGrp="1"/>
          </p:cNvSpPr>
          <p:nvPr>
            <p:ph type="title"/>
          </p:nvPr>
        </p:nvSpPr>
        <p:spPr>
          <a:xfrm>
            <a:off x="407988" y="152401"/>
            <a:ext cx="11638462" cy="723900"/>
          </a:xfrm>
          <a:ln>
            <a:noFill/>
          </a:ln>
        </p:spPr>
        <p:txBody>
          <a:bodyPr>
            <a:normAutofit/>
          </a:bodyPr>
          <a:lstStyle/>
          <a:p>
            <a:r>
              <a:rPr lang="en-CA" sz="4000" dirty="0"/>
              <a:t>B</a:t>
            </a:r>
            <a:r>
              <a:rPr lang="en-DK" sz="4000" dirty="0"/>
              <a:t>ad &lt;label&gt; </a:t>
            </a:r>
            <a:r>
              <a:rPr lang="en-CA" sz="4000" dirty="0"/>
              <a:t>E</a:t>
            </a:r>
            <a:r>
              <a:rPr lang="en-DK" sz="4000" dirty="0"/>
              <a:t>lement</a:t>
            </a:r>
            <a:r>
              <a:rPr lang="en-CA" sz="4000" dirty="0"/>
              <a:t>, HTML Before &amp; After Fix</a:t>
            </a:r>
            <a:endParaRPr lang="en-DK" sz="4000" dirty="0"/>
          </a:p>
        </p:txBody>
      </p:sp>
      <p:sp>
        <p:nvSpPr>
          <p:cNvPr id="5" name="TextBox 4">
            <a:extLst>
              <a:ext uri="{FF2B5EF4-FFF2-40B4-BE49-F238E27FC236}">
                <a16:creationId xmlns:a16="http://schemas.microsoft.com/office/drawing/2014/main" id="{361A3337-0340-4743-3F82-6A5D915C90B8}"/>
              </a:ext>
            </a:extLst>
          </p:cNvPr>
          <p:cNvSpPr txBox="1"/>
          <p:nvPr/>
        </p:nvSpPr>
        <p:spPr>
          <a:xfrm>
            <a:off x="308837" y="995915"/>
            <a:ext cx="5688012" cy="3539430"/>
          </a:xfrm>
          <a:prstGeom prst="rect">
            <a:avLst/>
          </a:prstGeom>
          <a:noFill/>
        </p:spPr>
        <p:txBody>
          <a:bodyPr wrap="square">
            <a:spAutoFit/>
          </a:bodyPr>
          <a:lstStyle/>
          <a:p>
            <a:pPr marL="0" indent="0">
              <a:buNone/>
            </a:pPr>
            <a:r>
              <a:rPr lang="en-US" sz="2800" b="1" dirty="0">
                <a:latin typeface="+mj-lt"/>
              </a:rPr>
              <a:t>Before:</a:t>
            </a:r>
          </a:p>
          <a:p>
            <a:pPr marL="0" indent="0">
              <a:buNone/>
            </a:pPr>
            <a:endParaRPr lang="en-US" sz="2800" b="1" dirty="0">
              <a:latin typeface="+mj-lt"/>
            </a:endParaRPr>
          </a:p>
          <a:p>
            <a:pPr marL="0" indent="0">
              <a:buNone/>
            </a:pPr>
            <a:r>
              <a:rPr lang="en-US" sz="2800" dirty="0">
                <a:latin typeface="Consolas" panose="020B0609020204030204" pitchFamily="49" charset="0"/>
              </a:rPr>
              <a:t>&lt;label style="display: none" 	for="address1"&gt;</a:t>
            </a:r>
          </a:p>
          <a:p>
            <a:pPr marL="0" indent="0">
              <a:buNone/>
            </a:pPr>
            <a:r>
              <a:rPr lang="en-US" sz="2800" dirty="0">
                <a:latin typeface="Consolas" panose="020B0609020204030204" pitchFamily="49" charset="0"/>
              </a:rPr>
              <a:t>	Address Line 1</a:t>
            </a:r>
          </a:p>
          <a:p>
            <a:pPr marL="0" indent="0">
              <a:buNone/>
            </a:pPr>
            <a:r>
              <a:rPr lang="en-US" sz="2800" dirty="0">
                <a:latin typeface="Consolas" panose="020B0609020204030204" pitchFamily="49" charset="0"/>
              </a:rPr>
              <a:t>&lt;/label&gt;</a:t>
            </a:r>
          </a:p>
          <a:p>
            <a:pPr marL="0" indent="0">
              <a:buNone/>
            </a:pPr>
            <a:r>
              <a:rPr lang="en-US" sz="2800" dirty="0">
                <a:latin typeface="Consolas" panose="020B0609020204030204" pitchFamily="49" charset="0"/>
              </a:rPr>
              <a:t>&lt;input name="address1" 	id="addressLine1"&gt;</a:t>
            </a:r>
            <a:endParaRPr lang="en-CA" dirty="0"/>
          </a:p>
        </p:txBody>
      </p:sp>
      <p:pic>
        <p:nvPicPr>
          <p:cNvPr id="8" name="Picture 7" descr="same screenshot as previous slide.  this is the &quot;before fix&quot; version.">
            <a:extLst>
              <a:ext uri="{FF2B5EF4-FFF2-40B4-BE49-F238E27FC236}">
                <a16:creationId xmlns:a16="http://schemas.microsoft.com/office/drawing/2014/main" id="{008E478D-CFD0-DDCB-B037-17AF33CE095B}"/>
              </a:ext>
            </a:extLst>
          </p:cNvPr>
          <p:cNvPicPr>
            <a:picLocks noChangeAspect="1"/>
          </p:cNvPicPr>
          <p:nvPr/>
        </p:nvPicPr>
        <p:blipFill>
          <a:blip r:embed="rId3"/>
          <a:srcRect b="17777"/>
          <a:stretch>
            <a:fillRect/>
          </a:stretch>
        </p:blipFill>
        <p:spPr>
          <a:xfrm>
            <a:off x="407988" y="4720579"/>
            <a:ext cx="3609860" cy="1256778"/>
          </a:xfrm>
          <a:prstGeom prst="rect">
            <a:avLst/>
          </a:prstGeom>
          <a:effectLst>
            <a:glow rad="63500">
              <a:schemeClr val="accent1">
                <a:satMod val="175000"/>
                <a:alpha val="40000"/>
              </a:schemeClr>
            </a:glow>
          </a:effectLst>
        </p:spPr>
      </p:pic>
      <p:sp>
        <p:nvSpPr>
          <p:cNvPr id="6" name="TextBox 5">
            <a:extLst>
              <a:ext uri="{FF2B5EF4-FFF2-40B4-BE49-F238E27FC236}">
                <a16:creationId xmlns:a16="http://schemas.microsoft.com/office/drawing/2014/main" id="{E55E130D-D656-ADCE-03F2-AF70EDF94C57}"/>
              </a:ext>
            </a:extLst>
          </p:cNvPr>
          <p:cNvSpPr txBox="1"/>
          <p:nvPr/>
        </p:nvSpPr>
        <p:spPr>
          <a:xfrm>
            <a:off x="6195153" y="995915"/>
            <a:ext cx="5688012" cy="3539430"/>
          </a:xfrm>
          <a:prstGeom prst="rect">
            <a:avLst/>
          </a:prstGeom>
          <a:noFill/>
        </p:spPr>
        <p:txBody>
          <a:bodyPr wrap="square">
            <a:spAutoFit/>
          </a:bodyPr>
          <a:lstStyle/>
          <a:p>
            <a:r>
              <a:rPr lang="en-US" sz="2800" b="1" dirty="0"/>
              <a:t>After:</a:t>
            </a:r>
          </a:p>
          <a:p>
            <a:pPr marL="0" indent="0">
              <a:buNone/>
            </a:pPr>
            <a:endParaRPr lang="en-US" sz="2800" dirty="0">
              <a:latin typeface="Consolas" panose="020B0609020204030204" pitchFamily="49" charset="0"/>
            </a:endParaRPr>
          </a:p>
          <a:p>
            <a:pPr marL="0" indent="0">
              <a:buNone/>
            </a:pPr>
            <a:r>
              <a:rPr lang="en-US" sz="2800" dirty="0">
                <a:latin typeface="Consolas" panose="020B0609020204030204" pitchFamily="49" charset="0"/>
              </a:rPr>
              <a:t>&lt;label </a:t>
            </a:r>
            <a:r>
              <a:rPr lang="en-US" sz="2800" dirty="0">
                <a:highlight>
                  <a:srgbClr val="FFFF00"/>
                </a:highlight>
                <a:latin typeface="Consolas" panose="020B0609020204030204" pitchFamily="49" charset="0"/>
              </a:rPr>
              <a:t>                    </a:t>
            </a:r>
            <a:r>
              <a:rPr lang="en-US" sz="2800" dirty="0">
                <a:latin typeface="Consolas" panose="020B0609020204030204" pitchFamily="49" charset="0"/>
              </a:rPr>
              <a:t>	for="address</a:t>
            </a:r>
            <a:r>
              <a:rPr lang="en-US" sz="2800" dirty="0">
                <a:highlight>
                  <a:srgbClr val="FFFF00"/>
                </a:highlight>
                <a:latin typeface="Consolas" panose="020B0609020204030204" pitchFamily="49" charset="0"/>
              </a:rPr>
              <a:t>Line</a:t>
            </a:r>
            <a:r>
              <a:rPr lang="en-US" sz="2800" dirty="0">
                <a:latin typeface="Consolas" panose="020B0609020204030204" pitchFamily="49" charset="0"/>
              </a:rPr>
              <a:t>1"&gt;</a:t>
            </a:r>
          </a:p>
          <a:p>
            <a:pPr marL="0" indent="0">
              <a:buNone/>
            </a:pPr>
            <a:r>
              <a:rPr lang="en-US" sz="2800" dirty="0">
                <a:latin typeface="Consolas" panose="020B0609020204030204" pitchFamily="49" charset="0"/>
              </a:rPr>
              <a:t>	Address Line 1</a:t>
            </a:r>
          </a:p>
          <a:p>
            <a:pPr marL="0" indent="0">
              <a:buNone/>
            </a:pPr>
            <a:r>
              <a:rPr lang="en-US" sz="2800" dirty="0">
                <a:latin typeface="Consolas" panose="020B0609020204030204" pitchFamily="49" charset="0"/>
              </a:rPr>
              <a:t>&lt;/label&gt;</a:t>
            </a:r>
          </a:p>
          <a:p>
            <a:pPr marL="0" indent="0">
              <a:buNone/>
            </a:pPr>
            <a:r>
              <a:rPr lang="en-US" sz="2800" dirty="0">
                <a:latin typeface="Consolas" panose="020B0609020204030204" pitchFamily="49" charset="0"/>
              </a:rPr>
              <a:t>&lt;input name="address1" 	id="addressLine1"&gt;</a:t>
            </a:r>
            <a:endParaRPr lang="en-CA" dirty="0"/>
          </a:p>
        </p:txBody>
      </p:sp>
      <p:pic>
        <p:nvPicPr>
          <p:cNvPr id="10" name="Picture 9" descr="screenshot of the &quot;after fix&quot; version.   show text &quot;address&quot;.  new text: &quot;address line 1&quot;.  then a single-line text field.">
            <a:extLst>
              <a:ext uri="{FF2B5EF4-FFF2-40B4-BE49-F238E27FC236}">
                <a16:creationId xmlns:a16="http://schemas.microsoft.com/office/drawing/2014/main" id="{EEC7C581-8FF0-1814-1525-4D5303A4E972}"/>
              </a:ext>
            </a:extLst>
          </p:cNvPr>
          <p:cNvPicPr>
            <a:picLocks noChangeAspect="1"/>
          </p:cNvPicPr>
          <p:nvPr/>
        </p:nvPicPr>
        <p:blipFill>
          <a:blip r:embed="rId4"/>
          <a:stretch>
            <a:fillRect/>
          </a:stretch>
        </p:blipFill>
        <p:spPr>
          <a:xfrm>
            <a:off x="6195153" y="4720579"/>
            <a:ext cx="3609860" cy="1818340"/>
          </a:xfrm>
          <a:prstGeom prst="rect">
            <a:avLst/>
          </a:prstGeom>
          <a:effectLst>
            <a:glow rad="63500">
              <a:schemeClr val="accent1">
                <a:satMod val="175000"/>
                <a:alpha val="40000"/>
              </a:schemeClr>
            </a:glow>
          </a:effectLst>
        </p:spPr>
      </p:pic>
      <p:cxnSp>
        <p:nvCxnSpPr>
          <p:cNvPr id="13" name="Straight Connector 12">
            <a:extLst>
              <a:ext uri="{FF2B5EF4-FFF2-40B4-BE49-F238E27FC236}">
                <a16:creationId xmlns:a16="http://schemas.microsoft.com/office/drawing/2014/main" id="{291841A7-CCBF-7358-002A-E40962697072}"/>
              </a:ext>
              <a:ext uri="{C183D7F6-B498-43B3-948B-1728B52AA6E4}">
                <adec:decorative xmlns:adec="http://schemas.microsoft.com/office/drawing/2017/decorative" val="1"/>
              </a:ext>
            </a:extLst>
          </p:cNvPr>
          <p:cNvCxnSpPr>
            <a:cxnSpLocks/>
          </p:cNvCxnSpPr>
          <p:nvPr/>
        </p:nvCxnSpPr>
        <p:spPr>
          <a:xfrm>
            <a:off x="5996848" y="876301"/>
            <a:ext cx="0" cy="56626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641EC93-4091-64AA-15AC-F2D28F89741A}"/>
              </a:ext>
              <a:ext uri="{C183D7F6-B498-43B3-948B-1728B52AA6E4}">
                <adec:decorative xmlns:adec="http://schemas.microsoft.com/office/drawing/2017/decorative" val="1"/>
              </a:ext>
            </a:extLst>
          </p:cNvPr>
          <p:cNvCxnSpPr>
            <a:cxnSpLocks/>
          </p:cNvCxnSpPr>
          <p:nvPr/>
        </p:nvCxnSpPr>
        <p:spPr>
          <a:xfrm>
            <a:off x="407988" y="4535345"/>
            <a:ext cx="1120379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51794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80707-D95A-691F-5B4C-2C6EA4EAEB61}"/>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A9AD4E5F-9EC5-3FB8-73B7-1BA6BB9F7806}"/>
              </a:ext>
            </a:extLst>
          </p:cNvPr>
          <p:cNvSpPr>
            <a:spLocks noGrp="1"/>
          </p:cNvSpPr>
          <p:nvPr>
            <p:ph type="title"/>
          </p:nvPr>
        </p:nvSpPr>
        <p:spPr>
          <a:xfrm>
            <a:off x="407988" y="152401"/>
            <a:ext cx="11638462" cy="723900"/>
          </a:xfrm>
          <a:ln>
            <a:noFill/>
          </a:ln>
        </p:spPr>
        <p:txBody>
          <a:bodyPr>
            <a:normAutofit/>
          </a:bodyPr>
          <a:lstStyle/>
          <a:p>
            <a:r>
              <a:rPr lang="en-CA" sz="4000" dirty="0"/>
              <a:t>B</a:t>
            </a:r>
            <a:r>
              <a:rPr lang="en-DK" sz="4000" dirty="0"/>
              <a:t>ad &lt;label&gt; </a:t>
            </a:r>
            <a:r>
              <a:rPr lang="en-CA" sz="4000" dirty="0"/>
              <a:t>E</a:t>
            </a:r>
            <a:r>
              <a:rPr lang="en-DK" sz="4000" dirty="0"/>
              <a:t>lement</a:t>
            </a:r>
            <a:r>
              <a:rPr lang="en-CA" sz="4000" dirty="0"/>
              <a:t>, Fix Checklist (The 7)</a:t>
            </a:r>
            <a:endParaRPr lang="en-DK" sz="4000" dirty="0"/>
          </a:p>
        </p:txBody>
      </p:sp>
      <p:sp>
        <p:nvSpPr>
          <p:cNvPr id="4" name="Text Placeholder 11">
            <a:extLst>
              <a:ext uri="{FF2B5EF4-FFF2-40B4-BE49-F238E27FC236}">
                <a16:creationId xmlns:a16="http://schemas.microsoft.com/office/drawing/2014/main" id="{E037BCD2-639C-3C9A-3C06-B5E09AAA72D1}"/>
              </a:ext>
            </a:extLst>
          </p:cNvPr>
          <p:cNvSpPr txBox="1">
            <a:spLocks/>
          </p:cNvSpPr>
          <p:nvPr/>
        </p:nvSpPr>
        <p:spPr>
          <a:xfrm>
            <a:off x="241300" y="1093075"/>
            <a:ext cx="11638461" cy="5612523"/>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800" dirty="0">
                <a:latin typeface="+mj-lt"/>
              </a:rPr>
              <a:t>0.  Make peace with the idea of having a </a:t>
            </a:r>
            <a:r>
              <a:rPr lang="en-US" sz="2800" b="1" dirty="0">
                <a:latin typeface="+mj-lt"/>
              </a:rPr>
              <a:t>visible</a:t>
            </a:r>
            <a:r>
              <a:rPr lang="en-US" sz="2800" dirty="0">
                <a:latin typeface="+mj-lt"/>
              </a:rPr>
              <a:t> label for every form field.</a:t>
            </a:r>
          </a:p>
          <a:p>
            <a:pPr marL="514350" indent="-514350">
              <a:buFont typeface="+mj-lt"/>
              <a:buAutoNum type="arabicPeriod"/>
            </a:pPr>
            <a:r>
              <a:rPr lang="en-US" sz="2800" dirty="0">
                <a:latin typeface="+mj-lt"/>
              </a:rPr>
              <a:t>&lt;input&gt; has an id="..." attribute. </a:t>
            </a:r>
          </a:p>
          <a:p>
            <a:pPr marL="514350" indent="-514350">
              <a:buFont typeface="+mj-lt"/>
              <a:buAutoNum type="arabicPeriod"/>
            </a:pPr>
            <a:r>
              <a:rPr lang="en-US" sz="2800" dirty="0">
                <a:latin typeface="+mj-lt"/>
              </a:rPr>
              <a:t>&lt;input&gt;'s id="..." attribute is unique (no excuses) </a:t>
            </a:r>
          </a:p>
          <a:p>
            <a:pPr marL="514350" indent="-514350">
              <a:buFont typeface="+mj-lt"/>
              <a:buAutoNum type="arabicPeriod"/>
            </a:pPr>
            <a:r>
              <a:rPr lang="en-US" sz="2800" dirty="0">
                <a:latin typeface="+mj-lt"/>
              </a:rPr>
              <a:t>Has a &lt;label&gt; element.</a:t>
            </a:r>
          </a:p>
          <a:p>
            <a:pPr marL="514350" indent="-514350">
              <a:buFont typeface="+mj-lt"/>
              <a:buAutoNum type="arabicPeriod"/>
            </a:pPr>
            <a:r>
              <a:rPr lang="en-US" sz="2800" dirty="0">
                <a:latin typeface="+mj-lt"/>
              </a:rPr>
              <a:t>&lt;label&gt; has a for="..." attribute </a:t>
            </a:r>
          </a:p>
          <a:p>
            <a:pPr marL="514350" indent="-514350">
              <a:buFont typeface="+mj-lt"/>
              <a:buAutoNum type="arabicPeriod"/>
            </a:pPr>
            <a:r>
              <a:rPr lang="en-US" sz="2800" dirty="0">
                <a:latin typeface="+mj-lt"/>
              </a:rPr>
              <a:t>&lt;label&gt;'s for="..." matches &lt;input&gt;'s id="..." (not name=</a:t>
            </a:r>
            <a:r>
              <a:rPr lang="en-US" sz="2800" dirty="0"/>
              <a:t>"</a:t>
            </a:r>
            <a:r>
              <a:rPr lang="en-US" sz="2800" dirty="0">
                <a:latin typeface="+mj-lt"/>
              </a:rPr>
              <a:t>…</a:t>
            </a:r>
            <a:r>
              <a:rPr lang="en-US" sz="2800" dirty="0"/>
              <a:t>"</a:t>
            </a:r>
            <a:r>
              <a:rPr lang="en-US" sz="2800" dirty="0">
                <a:latin typeface="+mj-lt"/>
              </a:rPr>
              <a:t>)</a:t>
            </a:r>
          </a:p>
          <a:p>
            <a:pPr marL="514350" indent="-514350">
              <a:buFont typeface="+mj-lt"/>
              <a:buAutoNum type="arabicPeriod"/>
            </a:pPr>
            <a:r>
              <a:rPr lang="en-US" sz="2800" dirty="0">
                <a:latin typeface="+mj-lt"/>
              </a:rPr>
              <a:t>&lt;label&gt; does not have "display: none" nor "visibility: hidden” (in the CSS) nor aria-hidden=“true” (in the HTML). </a:t>
            </a:r>
          </a:p>
          <a:p>
            <a:pPr marL="514350" indent="-514350">
              <a:buFont typeface="+mj-lt"/>
              <a:buAutoNum type="arabicPeriod"/>
            </a:pPr>
            <a:r>
              <a:rPr lang="en-US" sz="2800" dirty="0">
                <a:latin typeface="+mj-lt"/>
              </a:rPr>
              <a:t>&lt;label&gt; has text content (and it doesn’t </a:t>
            </a:r>
            <a:r>
              <a:rPr lang="en-US" sz="2800" dirty="0"/>
              <a:t>have "display: none" nor "visibility: hidden” in the CSS nor aria-hidden=“true” in the HTML</a:t>
            </a:r>
            <a:r>
              <a:rPr lang="en-US" sz="2800" dirty="0">
                <a:latin typeface="+mj-lt"/>
              </a:rPr>
              <a:t>)</a:t>
            </a:r>
          </a:p>
          <a:p>
            <a:pPr marL="514350" indent="-514350">
              <a:buFont typeface="+mj-lt"/>
              <a:buAutoNum type="arabicPeriod"/>
            </a:pPr>
            <a:endParaRPr lang="en-US" sz="2800" dirty="0">
              <a:latin typeface="+mj-lt"/>
            </a:endParaRPr>
          </a:p>
        </p:txBody>
      </p:sp>
    </p:spTree>
    <p:extLst>
      <p:ext uri="{BB962C8B-B14F-4D97-AF65-F5344CB8AC3E}">
        <p14:creationId xmlns:p14="http://schemas.microsoft.com/office/powerpoint/2010/main" val="27987531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249"/>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249"/>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249"/>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249"/>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249"/>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249"/>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249"/>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249"/>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31723-018F-4471-F8B5-714BDE78D0CA}"/>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A63B5F63-52CD-1BAB-8BF2-631F79C74FFB}"/>
              </a:ext>
            </a:extLst>
          </p:cNvPr>
          <p:cNvSpPr>
            <a:spLocks noGrp="1"/>
          </p:cNvSpPr>
          <p:nvPr>
            <p:ph type="title"/>
          </p:nvPr>
        </p:nvSpPr>
        <p:spPr>
          <a:xfrm>
            <a:off x="407988" y="152401"/>
            <a:ext cx="11638462" cy="723900"/>
          </a:xfrm>
          <a:ln>
            <a:noFill/>
          </a:ln>
        </p:spPr>
        <p:txBody>
          <a:bodyPr>
            <a:normAutofit/>
          </a:bodyPr>
          <a:lstStyle/>
          <a:p>
            <a:r>
              <a:rPr lang="en-CA" sz="4000" dirty="0"/>
              <a:t>B</a:t>
            </a:r>
            <a:r>
              <a:rPr lang="en-DK" sz="4000" dirty="0"/>
              <a:t>ad &lt;label&gt; </a:t>
            </a:r>
            <a:r>
              <a:rPr lang="en-CA" sz="4000" dirty="0"/>
              <a:t>E</a:t>
            </a:r>
            <a:r>
              <a:rPr lang="en-DK" sz="4000" dirty="0"/>
              <a:t>lement</a:t>
            </a:r>
            <a:r>
              <a:rPr lang="en-CA" sz="4000" dirty="0"/>
              <a:t>, Scope</a:t>
            </a:r>
            <a:endParaRPr lang="en-DK" sz="4000" dirty="0"/>
          </a:p>
        </p:txBody>
      </p:sp>
      <p:sp>
        <p:nvSpPr>
          <p:cNvPr id="4" name="Text Placeholder 11">
            <a:extLst>
              <a:ext uri="{FF2B5EF4-FFF2-40B4-BE49-F238E27FC236}">
                <a16:creationId xmlns:a16="http://schemas.microsoft.com/office/drawing/2014/main" id="{3B43FEEF-499B-1380-FF5A-747DF3C27E7D}"/>
              </a:ext>
            </a:extLst>
          </p:cNvPr>
          <p:cNvSpPr txBox="1">
            <a:spLocks/>
          </p:cNvSpPr>
          <p:nvPr/>
        </p:nvSpPr>
        <p:spPr>
          <a:xfrm>
            <a:off x="407987" y="1366463"/>
            <a:ext cx="11304551" cy="5339136"/>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800" dirty="0">
                <a:latin typeface="+mj-lt"/>
              </a:rPr>
              <a:t>Not just &lt;input&gt;.  Also &lt;select&gt;, &lt;</a:t>
            </a:r>
            <a:r>
              <a:rPr lang="en-US" sz="2800" dirty="0" err="1">
                <a:latin typeface="+mj-lt"/>
              </a:rPr>
              <a:t>textarea</a:t>
            </a:r>
            <a:r>
              <a:rPr lang="en-US" sz="2800" dirty="0">
                <a:latin typeface="+mj-lt"/>
              </a:rPr>
              <a:t>&gt;, … </a:t>
            </a:r>
          </a:p>
          <a:p>
            <a:pPr>
              <a:lnSpc>
                <a:spcPct val="150000"/>
              </a:lnSpc>
            </a:pPr>
            <a:r>
              <a:rPr lang="en-US" sz="2800" dirty="0">
                <a:latin typeface="+mj-lt"/>
              </a:rPr>
              <a:t>Other ways to fix </a:t>
            </a:r>
            <a:r>
              <a:rPr lang="en-US" sz="2800" dirty="0" err="1">
                <a:latin typeface="+mj-lt"/>
              </a:rPr>
              <a:t>eg.</a:t>
            </a:r>
            <a:r>
              <a:rPr lang="en-US" sz="2800" dirty="0">
                <a:latin typeface="+mj-lt"/>
              </a:rPr>
              <a:t> aria-label not &lt;label&gt;.</a:t>
            </a:r>
          </a:p>
        </p:txBody>
      </p:sp>
    </p:spTree>
    <p:extLst>
      <p:ext uri="{BB962C8B-B14F-4D97-AF65-F5344CB8AC3E}">
        <p14:creationId xmlns:p14="http://schemas.microsoft.com/office/powerpoint/2010/main" val="15813484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F4EBB-0522-9FAB-2C19-57F60F995CA3}"/>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63DA8941-6C64-36E8-F1CD-FCA57982AB6C}"/>
              </a:ext>
            </a:extLst>
          </p:cNvPr>
          <p:cNvSpPr>
            <a:spLocks noGrp="1"/>
          </p:cNvSpPr>
          <p:nvPr>
            <p:ph type="title"/>
          </p:nvPr>
        </p:nvSpPr>
        <p:spPr>
          <a:xfrm>
            <a:off x="71919" y="152401"/>
            <a:ext cx="11974531" cy="723900"/>
          </a:xfrm>
          <a:ln>
            <a:noFill/>
          </a:ln>
        </p:spPr>
        <p:txBody>
          <a:bodyPr>
            <a:normAutofit/>
          </a:bodyPr>
          <a:lstStyle/>
          <a:p>
            <a:r>
              <a:rPr lang="en-CA" sz="4000" dirty="0"/>
              <a:t>B</a:t>
            </a:r>
            <a:r>
              <a:rPr lang="en-DK" sz="4000" dirty="0"/>
              <a:t>ad &lt;label&gt; </a:t>
            </a:r>
            <a:r>
              <a:rPr lang="en-CA" sz="4000" dirty="0"/>
              <a:t>E</a:t>
            </a:r>
            <a:r>
              <a:rPr lang="en-DK" sz="4000" dirty="0"/>
              <a:t>lement</a:t>
            </a:r>
            <a:r>
              <a:rPr lang="en-CA" sz="4000" dirty="0"/>
              <a:t>, Documentation Elsewhere</a:t>
            </a:r>
            <a:endParaRPr lang="en-DK" sz="4000" dirty="0"/>
          </a:p>
        </p:txBody>
      </p:sp>
      <p:sp>
        <p:nvSpPr>
          <p:cNvPr id="4" name="Text Placeholder 11">
            <a:extLst>
              <a:ext uri="{FF2B5EF4-FFF2-40B4-BE49-F238E27FC236}">
                <a16:creationId xmlns:a16="http://schemas.microsoft.com/office/drawing/2014/main" id="{4A993DCB-D794-7880-F7D4-44F2FCD087CC}"/>
              </a:ext>
            </a:extLst>
          </p:cNvPr>
          <p:cNvSpPr txBox="1">
            <a:spLocks/>
          </p:cNvSpPr>
          <p:nvPr/>
        </p:nvSpPr>
        <p:spPr>
          <a:xfrm>
            <a:off x="407987" y="1366463"/>
            <a:ext cx="11304551" cy="5339136"/>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800" dirty="0" err="1">
                <a:latin typeface="+mj-lt"/>
              </a:rPr>
              <a:t>WebAIM</a:t>
            </a:r>
            <a:r>
              <a:rPr lang="en-US" sz="2800" dirty="0">
                <a:latin typeface="+mj-lt"/>
              </a:rPr>
              <a:t> Million: "33.1% of form inputs identified were not properly labeled" </a:t>
            </a:r>
          </a:p>
          <a:p>
            <a:pPr>
              <a:lnSpc>
                <a:spcPct val="150000"/>
              </a:lnSpc>
            </a:pPr>
            <a:r>
              <a:rPr lang="en-US" sz="2800" dirty="0">
                <a:latin typeface="+mj-lt"/>
              </a:rPr>
              <a:t>Web Almanac: similar. </a:t>
            </a:r>
          </a:p>
          <a:p>
            <a:pPr>
              <a:lnSpc>
                <a:spcPct val="150000"/>
              </a:lnSpc>
            </a:pPr>
            <a:r>
              <a:rPr lang="en-US" sz="2800" dirty="0">
                <a:latin typeface="+mj-lt"/>
              </a:rPr>
              <a:t>Generally: yes.  Checklist: no.  </a:t>
            </a:r>
          </a:p>
          <a:p>
            <a:pPr lvl="1">
              <a:lnSpc>
                <a:spcPct val="150000"/>
              </a:lnSpc>
            </a:pPr>
            <a:r>
              <a:rPr lang="en-US" sz="2800" b="1" dirty="0">
                <a:latin typeface="+mj-lt"/>
              </a:rPr>
              <a:t>Especially not “display: none”.</a:t>
            </a:r>
          </a:p>
          <a:p>
            <a:pPr lvl="1">
              <a:lnSpc>
                <a:spcPct val="150000"/>
              </a:lnSpc>
            </a:pPr>
            <a:endParaRPr lang="en-US" sz="2800" dirty="0">
              <a:latin typeface="+mj-lt"/>
            </a:endParaRPr>
          </a:p>
        </p:txBody>
      </p:sp>
    </p:spTree>
    <p:extLst>
      <p:ext uri="{BB962C8B-B14F-4D97-AF65-F5344CB8AC3E}">
        <p14:creationId xmlns:p14="http://schemas.microsoft.com/office/powerpoint/2010/main" val="6506663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249"/>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249"/>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249"/>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249"/>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3D986-4C25-7AFB-CDDC-C3781BB78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3A692-06FD-A176-B72F-C29EF605E801}"/>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Blank slide 6</a:t>
            </a:r>
          </a:p>
        </p:txBody>
      </p:sp>
    </p:spTree>
    <p:extLst>
      <p:ext uri="{BB962C8B-B14F-4D97-AF65-F5344CB8AC3E}">
        <p14:creationId xmlns:p14="http://schemas.microsoft.com/office/powerpoint/2010/main" val="15923267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A09F6-FF4D-52E0-58CC-3999A4E86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0921E-F396-10B3-DC1F-C4C275063F38}"/>
              </a:ext>
            </a:extLst>
          </p:cNvPr>
          <p:cNvSpPr>
            <a:spLocks noGrp="1"/>
          </p:cNvSpPr>
          <p:nvPr>
            <p:ph type="title"/>
          </p:nvPr>
        </p:nvSpPr>
        <p:spPr>
          <a:xfrm>
            <a:off x="409451" y="-612108"/>
            <a:ext cx="11374562" cy="612108"/>
          </a:xfrm>
        </p:spPr>
        <p:txBody>
          <a:bodyPr vert="horz" lIns="0" tIns="0" rIns="0" bIns="0" rtlCol="0" anchor="b">
            <a:noAutofit/>
          </a:bodyPr>
          <a:lstStyle/>
          <a:p>
            <a:r>
              <a:rPr lang="en-CA" dirty="0"/>
              <a:t>Sloth 6</a:t>
            </a:r>
          </a:p>
        </p:txBody>
      </p:sp>
      <p:pic>
        <p:nvPicPr>
          <p:cNvPr id="3" name="Picture 2" descr="A sloth on a green railing">
            <a:extLst>
              <a:ext uri="{FF2B5EF4-FFF2-40B4-BE49-F238E27FC236}">
                <a16:creationId xmlns:a16="http://schemas.microsoft.com/office/drawing/2014/main" id="{D9F5A6D2-5B03-2B33-C5C2-F7375D8266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9438" y="282161"/>
            <a:ext cx="4058265" cy="6087398"/>
          </a:xfrm>
          <a:prstGeom prst="rect">
            <a:avLst/>
          </a:prstGeom>
        </p:spPr>
      </p:pic>
    </p:spTree>
    <p:extLst>
      <p:ext uri="{BB962C8B-B14F-4D97-AF65-F5344CB8AC3E}">
        <p14:creationId xmlns:p14="http://schemas.microsoft.com/office/powerpoint/2010/main" val="37530965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81C47-1974-843E-7D82-310E1BB1AC1D}"/>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D257BF3B-45A8-35F1-7873-AB5C8954EB03}"/>
              </a:ext>
            </a:extLst>
          </p:cNvPr>
          <p:cNvSpPr>
            <a:spLocks noGrp="1"/>
          </p:cNvSpPr>
          <p:nvPr>
            <p:ph type="title"/>
          </p:nvPr>
        </p:nvSpPr>
        <p:spPr>
          <a:xfrm>
            <a:off x="405008" y="347610"/>
            <a:ext cx="11638463" cy="723900"/>
          </a:xfrm>
          <a:ln>
            <a:noFill/>
          </a:ln>
        </p:spPr>
        <p:txBody>
          <a:bodyPr>
            <a:normAutofit/>
          </a:bodyPr>
          <a:lstStyle/>
          <a:p>
            <a:r>
              <a:rPr lang="en-CA" sz="4000" dirty="0"/>
              <a:t>Conclusion &gt; Some Bad News</a:t>
            </a:r>
            <a:endParaRPr lang="en-DK" sz="4000" dirty="0"/>
          </a:p>
        </p:txBody>
      </p:sp>
      <p:sp>
        <p:nvSpPr>
          <p:cNvPr id="4" name="Text Placeholder 11">
            <a:extLst>
              <a:ext uri="{FF2B5EF4-FFF2-40B4-BE49-F238E27FC236}">
                <a16:creationId xmlns:a16="http://schemas.microsoft.com/office/drawing/2014/main" id="{0AE5C7B5-AC60-7798-3A24-E5A2C53714F2}"/>
              </a:ext>
            </a:extLst>
          </p:cNvPr>
          <p:cNvSpPr txBox="1">
            <a:spLocks/>
          </p:cNvSpPr>
          <p:nvPr/>
        </p:nvSpPr>
        <p:spPr>
          <a:xfrm>
            <a:off x="407987" y="1262270"/>
            <a:ext cx="11304551" cy="5443329"/>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en-US" sz="2800" dirty="0">
                <a:latin typeface="+mj-lt"/>
              </a:rPr>
              <a:t>Stepping back…</a:t>
            </a:r>
          </a:p>
          <a:p>
            <a:pPr>
              <a:lnSpc>
                <a:spcPct val="125000"/>
              </a:lnSpc>
            </a:pPr>
            <a:r>
              <a:rPr lang="en-US" sz="2800" dirty="0">
                <a:latin typeface="+mj-lt"/>
              </a:rPr>
              <a:t>There’s </a:t>
            </a:r>
            <a:r>
              <a:rPr lang="en-US" sz="2800" b="1" dirty="0">
                <a:latin typeface="+mj-lt"/>
              </a:rPr>
              <a:t>a lot </a:t>
            </a:r>
            <a:r>
              <a:rPr lang="en-US" sz="2800" dirty="0">
                <a:latin typeface="+mj-lt"/>
              </a:rPr>
              <a:t>of common mistakes.</a:t>
            </a:r>
          </a:p>
          <a:p>
            <a:pPr>
              <a:lnSpc>
                <a:spcPct val="125000"/>
              </a:lnSpc>
            </a:pPr>
            <a:r>
              <a:rPr lang="en-US" sz="2800" dirty="0"/>
              <a:t>Top 5 covers “most”?   No.</a:t>
            </a:r>
          </a:p>
          <a:p>
            <a:pPr>
              <a:lnSpc>
                <a:spcPct val="125000"/>
              </a:lnSpc>
            </a:pPr>
            <a:r>
              <a:rPr lang="en-US" sz="2800" dirty="0"/>
              <a:t>Top 5 </a:t>
            </a:r>
            <a:r>
              <a:rPr lang="en-US" sz="2800" dirty="0">
                <a:sym typeface="Wingdings" panose="05000000000000000000" pitchFamily="2" charset="2"/>
              </a:rPr>
              <a:t> 8% (very roughly) </a:t>
            </a:r>
          </a:p>
          <a:p>
            <a:pPr>
              <a:lnSpc>
                <a:spcPct val="125000"/>
              </a:lnSpc>
            </a:pPr>
            <a:r>
              <a:rPr lang="en-US" sz="2800" b="1" dirty="0">
                <a:latin typeface="+mj-lt"/>
              </a:rPr>
              <a:t>600</a:t>
            </a:r>
            <a:r>
              <a:rPr lang="en-US" sz="2800" dirty="0">
                <a:latin typeface="+mj-lt"/>
              </a:rPr>
              <a:t> response templates. </a:t>
            </a:r>
          </a:p>
          <a:p>
            <a:pPr>
              <a:lnSpc>
                <a:spcPct val="125000"/>
              </a:lnSpc>
            </a:pPr>
            <a:endParaRPr lang="en-US" sz="2800" dirty="0">
              <a:latin typeface="+mj-lt"/>
            </a:endParaRPr>
          </a:p>
        </p:txBody>
      </p:sp>
    </p:spTree>
    <p:extLst>
      <p:ext uri="{BB962C8B-B14F-4D97-AF65-F5344CB8AC3E}">
        <p14:creationId xmlns:p14="http://schemas.microsoft.com/office/powerpoint/2010/main" val="42609185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BD45B-985C-87B1-AE02-F1445649967C}"/>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C40AD788-82A8-A34F-64A8-06C024EFA534}"/>
              </a:ext>
            </a:extLst>
          </p:cNvPr>
          <p:cNvSpPr>
            <a:spLocks noGrp="1"/>
          </p:cNvSpPr>
          <p:nvPr>
            <p:ph type="title"/>
          </p:nvPr>
        </p:nvSpPr>
        <p:spPr>
          <a:xfrm>
            <a:off x="405008" y="347610"/>
            <a:ext cx="11638463" cy="723900"/>
          </a:xfrm>
          <a:ln>
            <a:noFill/>
          </a:ln>
        </p:spPr>
        <p:txBody>
          <a:bodyPr>
            <a:normAutofit/>
          </a:bodyPr>
          <a:lstStyle/>
          <a:p>
            <a:r>
              <a:rPr lang="en-CA" sz="4000" dirty="0"/>
              <a:t>Conclusion &gt; Good News: Meta-Strategy </a:t>
            </a:r>
            <a:endParaRPr lang="en-DK" sz="4000" dirty="0"/>
          </a:p>
        </p:txBody>
      </p:sp>
      <p:sp>
        <p:nvSpPr>
          <p:cNvPr id="4" name="Text Placeholder 11">
            <a:extLst>
              <a:ext uri="{FF2B5EF4-FFF2-40B4-BE49-F238E27FC236}">
                <a16:creationId xmlns:a16="http://schemas.microsoft.com/office/drawing/2014/main" id="{F701C976-B844-794D-EA41-055399DEE810}"/>
              </a:ext>
            </a:extLst>
          </p:cNvPr>
          <p:cNvSpPr txBox="1">
            <a:spLocks/>
          </p:cNvSpPr>
          <p:nvPr/>
        </p:nvSpPr>
        <p:spPr>
          <a:xfrm>
            <a:off x="407987" y="1262270"/>
            <a:ext cx="11304551" cy="5443329"/>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en-US" sz="2800" b="1" dirty="0">
                <a:latin typeface="+mj-lt"/>
              </a:rPr>
              <a:t>“Get a second opinion”</a:t>
            </a:r>
          </a:p>
          <a:p>
            <a:pPr>
              <a:lnSpc>
                <a:spcPct val="125000"/>
              </a:lnSpc>
            </a:pPr>
            <a:r>
              <a:rPr lang="en-US" sz="2800" dirty="0">
                <a:latin typeface="+mj-lt"/>
              </a:rPr>
              <a:t>= another tool.</a:t>
            </a:r>
          </a:p>
          <a:p>
            <a:pPr>
              <a:lnSpc>
                <a:spcPct val="125000"/>
              </a:lnSpc>
            </a:pPr>
            <a:r>
              <a:rPr lang="en-US" sz="2800" dirty="0">
                <a:latin typeface="+mj-lt"/>
              </a:rPr>
              <a:t>This dataset started with a disagreement.</a:t>
            </a:r>
          </a:p>
          <a:p>
            <a:pPr>
              <a:lnSpc>
                <a:spcPct val="125000"/>
              </a:lnSpc>
            </a:pPr>
            <a:r>
              <a:rPr lang="en-US" sz="2800" dirty="0">
                <a:latin typeface="+mj-lt"/>
              </a:rPr>
              <a:t>Other tools cover 3/5 mistakes well.</a:t>
            </a:r>
          </a:p>
          <a:p>
            <a:pPr lvl="1">
              <a:lnSpc>
                <a:spcPct val="125000"/>
              </a:lnSpc>
            </a:pPr>
            <a:r>
              <a:rPr lang="en-US" sz="2800" dirty="0">
                <a:latin typeface="+mj-lt"/>
              </a:rPr>
              <a:t>Good: Leftover Link, </a:t>
            </a:r>
            <a:r>
              <a:rPr lang="en-US" sz="2800" dirty="0" err="1">
                <a:latin typeface="+mj-lt"/>
              </a:rPr>
              <a:t>px</a:t>
            </a:r>
            <a:r>
              <a:rPr lang="en-US" sz="2800" dirty="0">
                <a:latin typeface="+mj-lt"/>
              </a:rPr>
              <a:t> / pt mix-up, bad label</a:t>
            </a:r>
          </a:p>
          <a:p>
            <a:pPr lvl="1">
              <a:lnSpc>
                <a:spcPct val="125000"/>
              </a:lnSpc>
            </a:pPr>
            <a:r>
              <a:rPr lang="en-US" sz="2800" dirty="0">
                <a:latin typeface="+mj-lt"/>
              </a:rPr>
              <a:t>Spotty: Heading used only for visual effect, Label in name</a:t>
            </a:r>
          </a:p>
          <a:p>
            <a:pPr>
              <a:lnSpc>
                <a:spcPct val="125000"/>
              </a:lnSpc>
            </a:pPr>
            <a:endParaRPr lang="en-US" sz="2800" dirty="0">
              <a:latin typeface="+mj-lt"/>
            </a:endParaRPr>
          </a:p>
          <a:p>
            <a:pPr marL="457200" lvl="1" indent="0">
              <a:lnSpc>
                <a:spcPct val="125000"/>
              </a:lnSpc>
              <a:buNone/>
            </a:pPr>
            <a:endParaRPr lang="en-US" sz="2800" dirty="0">
              <a:latin typeface="+mj-lt"/>
            </a:endParaRPr>
          </a:p>
        </p:txBody>
      </p:sp>
    </p:spTree>
    <p:extLst>
      <p:ext uri="{BB962C8B-B14F-4D97-AF65-F5344CB8AC3E}">
        <p14:creationId xmlns:p14="http://schemas.microsoft.com/office/powerpoint/2010/main" val="19116212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249"/>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249"/>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249"/>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249"/>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249"/>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249"/>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F09A7-322F-DC3E-E7E2-E966BBD3932C}"/>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6164CA9C-916E-B022-5255-E21572F11985}"/>
              </a:ext>
            </a:extLst>
          </p:cNvPr>
          <p:cNvSpPr>
            <a:spLocks noGrp="1"/>
          </p:cNvSpPr>
          <p:nvPr>
            <p:ph type="title"/>
          </p:nvPr>
        </p:nvSpPr>
        <p:spPr>
          <a:xfrm>
            <a:off x="405008" y="347610"/>
            <a:ext cx="11638463" cy="723900"/>
          </a:xfrm>
          <a:ln>
            <a:noFill/>
          </a:ln>
        </p:spPr>
        <p:txBody>
          <a:bodyPr>
            <a:normAutofit/>
          </a:bodyPr>
          <a:lstStyle/>
          <a:p>
            <a:r>
              <a:rPr lang="en-CA" sz="4000" dirty="0"/>
              <a:t>Conclusion &gt; Meta-Strategy (continued)</a:t>
            </a:r>
            <a:endParaRPr lang="en-DK" sz="4000" dirty="0"/>
          </a:p>
        </p:txBody>
      </p:sp>
      <p:sp>
        <p:nvSpPr>
          <p:cNvPr id="4" name="Text Placeholder 11">
            <a:extLst>
              <a:ext uri="{FF2B5EF4-FFF2-40B4-BE49-F238E27FC236}">
                <a16:creationId xmlns:a16="http://schemas.microsoft.com/office/drawing/2014/main" id="{E86D55F5-165D-DF53-FD48-226021B4B17C}"/>
              </a:ext>
            </a:extLst>
          </p:cNvPr>
          <p:cNvSpPr txBox="1">
            <a:spLocks/>
          </p:cNvSpPr>
          <p:nvPr/>
        </p:nvSpPr>
        <p:spPr>
          <a:xfrm>
            <a:off x="407987" y="1262270"/>
            <a:ext cx="11304551" cy="5443329"/>
          </a:xfrm>
          <a:prstGeom prst="rect">
            <a:avLst/>
          </a:prstGeom>
          <a:ln>
            <a:noFill/>
          </a:ln>
        </p:spPr>
        <p:txBody>
          <a:bodyPr vert="horz" lIns="0" tIns="0" rIns="0" bIns="0" rtlCol="0">
            <a:noAutofit/>
          </a:bodyPr>
          <a:lstStyle>
            <a:lvl1pPr marL="228600" indent="-228600" algn="l" defTabSz="914400" rtl="0" eaLnBrk="1" latinLnBrk="0" hangingPunct="1">
              <a:lnSpc>
                <a:spcPct val="100000"/>
              </a:lnSpc>
              <a:spcBef>
                <a:spcPts val="1200"/>
              </a:spcBef>
              <a:buClr>
                <a:schemeClr val="tx1"/>
              </a:buClr>
              <a:buFont typeface="Arial" panose="020B0604020202020204" pitchFamily="34" charset="0"/>
              <a:buChar char="•"/>
              <a:defRPr sz="1800" b="0" i="0" kern="1200">
                <a:solidFill>
                  <a:schemeClr val="tx1"/>
                </a:solidFill>
                <a:latin typeface="+mn-lt"/>
                <a:ea typeface="Inter" panose="02000503000000020004" pitchFamily="2" charset="0"/>
                <a:cs typeface="+mn-cs"/>
              </a:defRPr>
            </a:lvl1pPr>
            <a:lvl2pPr marL="685800" indent="-228600" algn="l" defTabSz="914400" rtl="0" eaLnBrk="1" latinLnBrk="0" hangingPunct="1">
              <a:lnSpc>
                <a:spcPct val="100000"/>
              </a:lnSpc>
              <a:spcBef>
                <a:spcPts val="500"/>
              </a:spcBef>
              <a:buClr>
                <a:schemeClr val="tx1"/>
              </a:buClr>
              <a:buFont typeface="Arial" panose="020B0604020202020204" pitchFamily="34" charset="0"/>
              <a:buChar char="•"/>
              <a:defRPr sz="1600" b="0" i="0" kern="1200">
                <a:solidFill>
                  <a:schemeClr val="tx1"/>
                </a:solidFill>
                <a:latin typeface="+mn-lt"/>
                <a:ea typeface="Inter" panose="02000503000000020004" pitchFamily="2" charset="0"/>
                <a:cs typeface="+mn-cs"/>
              </a:defRPr>
            </a:lvl2pPr>
            <a:lvl3pPr marL="1117600" indent="-203200" algn="l" defTabSz="914400" rtl="0" eaLnBrk="1" latinLnBrk="0" hangingPunct="1">
              <a:lnSpc>
                <a:spcPct val="100000"/>
              </a:lnSpc>
              <a:spcBef>
                <a:spcPts val="500"/>
              </a:spcBef>
              <a:buClr>
                <a:schemeClr val="tx1"/>
              </a:buClr>
              <a:buFont typeface="Arial" panose="020B0604020202020204" pitchFamily="34" charset="0"/>
              <a:buChar char="•"/>
              <a:defRPr sz="1400" b="0" i="0" kern="1200">
                <a:solidFill>
                  <a:schemeClr val="tx1"/>
                </a:solidFill>
                <a:latin typeface="+mn-lt"/>
                <a:ea typeface="Inter" panose="02000503000000020004" pitchFamily="2" charset="0"/>
                <a:cs typeface="+mn-cs"/>
              </a:defRPr>
            </a:lvl3pPr>
            <a:lvl4pPr marL="1574800" indent="-203200" algn="l" defTabSz="914400" rtl="0" eaLnBrk="1" latinLnBrk="0" hangingPunct="1">
              <a:lnSpc>
                <a:spcPct val="100000"/>
              </a:lnSpc>
              <a:spcBef>
                <a:spcPts val="500"/>
              </a:spcBef>
              <a:buClr>
                <a:schemeClr val="tx1"/>
              </a:buClr>
              <a:buFont typeface="Arial" panose="020B0604020202020204" pitchFamily="34" charset="0"/>
              <a:buChar char="•"/>
              <a:defRPr sz="1200" b="0" i="0" kern="1200">
                <a:solidFill>
                  <a:schemeClr val="tx1"/>
                </a:solidFill>
                <a:latin typeface="+mn-lt"/>
                <a:ea typeface="Inter" panose="02000503000000020004" pitchFamily="2" charset="0"/>
                <a:cs typeface="+mn-cs"/>
              </a:defRPr>
            </a:lvl4pPr>
            <a:lvl5pPr marL="1981200" indent="-152400" algn="l" defTabSz="914400" rtl="0" eaLnBrk="1" latinLnBrk="0" hangingPunct="1">
              <a:lnSpc>
                <a:spcPct val="100000"/>
              </a:lnSpc>
              <a:spcBef>
                <a:spcPts val="500"/>
              </a:spcBef>
              <a:buClr>
                <a:schemeClr val="tx1"/>
              </a:buClr>
              <a:buFont typeface="Arial" panose="020B0604020202020204" pitchFamily="34" charset="0"/>
              <a:buChar char="•"/>
              <a:defRPr sz="1000" b="0" i="0" kern="1200">
                <a:solidFill>
                  <a:schemeClr val="tx1"/>
                </a:solidFill>
                <a:latin typeface="Arial" panose="020B0604020202020204" pitchFamily="34"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endParaRPr lang="en-US" sz="2600" dirty="0">
              <a:latin typeface="+mj-lt"/>
            </a:endParaRPr>
          </a:p>
          <a:p>
            <a:pPr>
              <a:lnSpc>
                <a:spcPct val="125000"/>
              </a:lnSpc>
            </a:pPr>
            <a:r>
              <a:rPr lang="en-US" sz="2800" dirty="0">
                <a:latin typeface="+mj-lt"/>
              </a:rPr>
              <a:t>All free: Siteimprove, axe (Deque), </a:t>
            </a:r>
            <a:r>
              <a:rPr lang="en-US" sz="2800" dirty="0"/>
              <a:t>WAVE (</a:t>
            </a:r>
            <a:r>
              <a:rPr lang="en-US" sz="2800" dirty="0" err="1"/>
              <a:t>WebAIM</a:t>
            </a:r>
            <a:r>
              <a:rPr lang="en-US" sz="2800" dirty="0"/>
              <a:t>), </a:t>
            </a:r>
            <a:r>
              <a:rPr lang="en-US" sz="2800" dirty="0">
                <a:latin typeface="+mj-lt"/>
              </a:rPr>
              <a:t>ARC (</a:t>
            </a:r>
            <a:r>
              <a:rPr lang="en-US" sz="2800" dirty="0" err="1">
                <a:latin typeface="+mj-lt"/>
              </a:rPr>
              <a:t>TPGi</a:t>
            </a:r>
            <a:r>
              <a:rPr lang="en-US" sz="2800" dirty="0">
                <a:latin typeface="+mj-lt"/>
              </a:rPr>
              <a:t>), IBM, browser </a:t>
            </a:r>
            <a:r>
              <a:rPr lang="en-US" sz="2800" dirty="0" err="1">
                <a:latin typeface="+mj-lt"/>
              </a:rPr>
              <a:t>devtools</a:t>
            </a:r>
            <a:r>
              <a:rPr lang="en-US" sz="2800" dirty="0">
                <a:latin typeface="+mj-lt"/>
              </a:rPr>
              <a:t> accessibility tree, and yes, ChatGPT etc.</a:t>
            </a:r>
          </a:p>
          <a:p>
            <a:pPr>
              <a:lnSpc>
                <a:spcPct val="125000"/>
              </a:lnSpc>
            </a:pPr>
            <a:r>
              <a:rPr lang="en-US" sz="2800" dirty="0">
                <a:latin typeface="+mj-lt"/>
              </a:rPr>
              <a:t>Multi-tool anecdotes from customers. </a:t>
            </a:r>
          </a:p>
          <a:p>
            <a:pPr marL="457200" lvl="1" indent="0">
              <a:lnSpc>
                <a:spcPct val="125000"/>
              </a:lnSpc>
              <a:buNone/>
            </a:pPr>
            <a:endParaRPr lang="en-US" sz="2600" dirty="0">
              <a:latin typeface="+mj-lt"/>
            </a:endParaRPr>
          </a:p>
        </p:txBody>
      </p:sp>
    </p:spTree>
    <p:extLst>
      <p:ext uri="{BB962C8B-B14F-4D97-AF65-F5344CB8AC3E}">
        <p14:creationId xmlns:p14="http://schemas.microsoft.com/office/powerpoint/2010/main" val="40981864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249"/>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249"/>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751A5-A346-495C-5ABC-0CDD5EFE5A5C}"/>
              </a:ext>
            </a:extLst>
          </p:cNvPr>
          <p:cNvSpPr>
            <a:spLocks noGrp="1"/>
          </p:cNvSpPr>
          <p:nvPr>
            <p:ph type="title"/>
          </p:nvPr>
        </p:nvSpPr>
        <p:spPr>
          <a:xfrm>
            <a:off x="0" y="508223"/>
            <a:ext cx="12192000" cy="746459"/>
          </a:xfrm>
        </p:spPr>
        <p:txBody>
          <a:bodyPr/>
          <a:lstStyle/>
          <a:p>
            <a:r>
              <a:rPr lang="en-DK" dirty="0"/>
              <a:t>Thank </a:t>
            </a:r>
            <a:r>
              <a:rPr lang="en-CA" dirty="0"/>
              <a:t>Y</a:t>
            </a:r>
            <a:r>
              <a:rPr lang="en-DK" dirty="0"/>
              <a:t>ou</a:t>
            </a:r>
            <a:br>
              <a:rPr lang="en-CA" dirty="0"/>
            </a:br>
            <a:endParaRPr lang="en-DK" dirty="0"/>
          </a:p>
        </p:txBody>
      </p:sp>
      <p:sp>
        <p:nvSpPr>
          <p:cNvPr id="3" name="TextBox 2">
            <a:extLst>
              <a:ext uri="{FF2B5EF4-FFF2-40B4-BE49-F238E27FC236}">
                <a16:creationId xmlns:a16="http://schemas.microsoft.com/office/drawing/2014/main" id="{14DE9771-6999-269A-2A26-AD93DF29EA19}"/>
              </a:ext>
            </a:extLst>
          </p:cNvPr>
          <p:cNvSpPr txBox="1"/>
          <p:nvPr/>
        </p:nvSpPr>
        <p:spPr>
          <a:xfrm>
            <a:off x="3514203" y="1632847"/>
            <a:ext cx="5163593" cy="1951496"/>
          </a:xfrm>
          <a:prstGeom prst="rect">
            <a:avLst/>
          </a:prstGeom>
        </p:spPr>
        <p:txBody>
          <a:bodyPr wrap="none" lIns="91440" tIns="45720" rIns="91440" bIns="45720" rtlCol="0" anchor="t">
            <a:spAutoFit/>
          </a:bodyPr>
          <a:lstStyle/>
          <a:p>
            <a:pPr marL="0" indent="0" algn="ctr">
              <a:lnSpc>
                <a:spcPct val="150000"/>
              </a:lnSpc>
              <a:buNone/>
            </a:pPr>
            <a:r>
              <a:rPr lang="en-CA" sz="2800" dirty="0">
                <a:latin typeface="+mj-lt"/>
                <a:hlinkClick r:id="rId2"/>
              </a:rPr>
              <a:t>dtr@siteimprove.com</a:t>
            </a:r>
            <a:endParaRPr lang="en-CA" sz="2800" dirty="0">
              <a:latin typeface="+mj-lt"/>
            </a:endParaRPr>
          </a:p>
          <a:p>
            <a:pPr algn="ctr">
              <a:lnSpc>
                <a:spcPct val="150000"/>
              </a:lnSpc>
            </a:pPr>
            <a:r>
              <a:rPr lang="en-CA" sz="2800" dirty="0">
                <a:hlinkClick r:id="rId3"/>
              </a:rPr>
              <a:t>https://linkedin.com/in/dan-tripp</a:t>
            </a:r>
            <a:endParaRPr lang="en-CA" sz="2800" dirty="0"/>
          </a:p>
          <a:p>
            <a:pPr marL="0" indent="0" algn="ctr">
              <a:lnSpc>
                <a:spcPct val="150000"/>
              </a:lnSpc>
              <a:buNone/>
            </a:pPr>
            <a:endParaRPr lang="en-CA" sz="2800" dirty="0">
              <a:latin typeface="+mj-lt"/>
            </a:endParaRPr>
          </a:p>
        </p:txBody>
      </p:sp>
      <p:pic>
        <p:nvPicPr>
          <p:cNvPr id="4" name="Picture 3" descr="A sloth on a green railing">
            <a:extLst>
              <a:ext uri="{FF2B5EF4-FFF2-40B4-BE49-F238E27FC236}">
                <a16:creationId xmlns:a16="http://schemas.microsoft.com/office/drawing/2014/main" id="{4B38BDD2-951C-B7FB-4B87-FC4655EBCC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104" y="3355101"/>
            <a:ext cx="2253784" cy="3380677"/>
          </a:xfrm>
          <a:prstGeom prst="rect">
            <a:avLst/>
          </a:prstGeom>
        </p:spPr>
      </p:pic>
    </p:spTree>
    <p:extLst>
      <p:ext uri="{BB962C8B-B14F-4D97-AF65-F5344CB8AC3E}">
        <p14:creationId xmlns:p14="http://schemas.microsoft.com/office/powerpoint/2010/main" val="15640792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Siteimprove Theme 2024">
  <a:themeElements>
    <a:clrScheme name="Siteimprove Palette 2024">
      <a:dk1>
        <a:srgbClr val="202024"/>
      </a:dk1>
      <a:lt1>
        <a:srgbClr val="FFFFFF"/>
      </a:lt1>
      <a:dk2>
        <a:srgbClr val="2A384C"/>
      </a:dk2>
      <a:lt2>
        <a:srgbClr val="F2F2F2"/>
      </a:lt2>
      <a:accent1>
        <a:srgbClr val="0D4CD3"/>
      </a:accent1>
      <a:accent2>
        <a:srgbClr val="A5FF81"/>
      </a:accent2>
      <a:accent3>
        <a:srgbClr val="12CCBA"/>
      </a:accent3>
      <a:accent4>
        <a:srgbClr val="F9ADA0"/>
      </a:accent4>
      <a:accent5>
        <a:srgbClr val="B60109"/>
      </a:accent5>
      <a:accent6>
        <a:srgbClr val="24794B"/>
      </a:accent6>
      <a:hlink>
        <a:srgbClr val="0D4CD3"/>
      </a:hlink>
      <a:folHlink>
        <a:srgbClr val="20202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lIns="91440" tIns="45720" rIns="91440" bIns="45720" anchor="t"/>
      <a:lstStyle>
        <a:defPPr marL="0" indent="0" algn="ctr">
          <a:buNone/>
          <a:defRPr sz="2400" dirty="0">
            <a:solidFill>
              <a:srgbClr val="FFFFFF"/>
            </a:solidFill>
            <a:latin typeface="+mj-lt"/>
          </a:defRPr>
        </a:defPPr>
      </a:lstStyle>
    </a:txDef>
  </a:objectDefaults>
  <a:extraClrSchemeLst/>
  <a:extLst>
    <a:ext uri="{05A4C25C-085E-4340-85A3-A5531E510DB2}">
      <thm15:themeFamily xmlns:thm15="http://schemas.microsoft.com/office/thememl/2012/main" name="Siteimprove Template Sep 2022" id="{6ABAC5A4-2621-794D-9B5B-5E22FD1F2DDF}" vid="{366BE05A-B0C4-BC48-BB23-622E561AD8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AF45823-05CE-41AE-828C-C6A0C03A4689}">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6BF589B8AAF3042A04DC5AB44CA987F" ma:contentTypeVersion="15" ma:contentTypeDescription="Create a new document." ma:contentTypeScope="" ma:versionID="988b352d5883bae6dd8777098a727389">
  <xsd:schema xmlns:xsd="http://www.w3.org/2001/XMLSchema" xmlns:xs="http://www.w3.org/2001/XMLSchema" xmlns:p="http://schemas.microsoft.com/office/2006/metadata/properties" xmlns:ns2="a55f8354-7d0c-4fc6-a0aa-52501e8f385c" xmlns:ns3="88ae1c72-7bde-4bd9-aba3-44c4e8c7b3c3" targetNamespace="http://schemas.microsoft.com/office/2006/metadata/properties" ma:root="true" ma:fieldsID="a97ba11cb211b2d9c84e488822c0a6cd" ns2:_="" ns3:_="">
    <xsd:import namespace="a55f8354-7d0c-4fc6-a0aa-52501e8f385c"/>
    <xsd:import namespace="88ae1c72-7bde-4bd9-aba3-44c4e8c7b3c3"/>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ObjectDetectorVersions" minOccurs="0"/>
                <xsd:element ref="ns3:MediaServiceGenerationTime" minOccurs="0"/>
                <xsd:element ref="ns3:MediaServiceEventHashCode" minOccurs="0"/>
                <xsd:element ref="ns3:MediaServiceOCR" minOccurs="0"/>
                <xsd:element ref="ns3:MediaServiceDateTaken" minOccurs="0"/>
                <xsd:element ref="ns3:MediaServiceSearchProperties"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5f8354-7d0c-4fc6-a0aa-52501e8f385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2" nillable="true" ma:displayName="Taxonomy Catch All Column" ma:hidden="true" ma:list="{393a65b6-ff22-49f4-9a28-269328b1c6ff}" ma:internalName="TaxCatchAll" ma:showField="CatchAllData" ma:web="a55f8354-7d0c-4fc6-a0aa-52501e8f385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8ae1c72-7bde-4bd9-aba3-44c4e8c7b3c3"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3ed849e9-d2da-4ec5-8d1e-ec8e8efbf1b6"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a55f8354-7d0c-4fc6-a0aa-52501e8f385c" xsi:nil="true"/>
    <lcf76f155ced4ddcb4097134ff3c332f xmlns="88ae1c72-7bde-4bd9-aba3-44c4e8c7b3c3">
      <Terms xmlns="http://schemas.microsoft.com/office/infopath/2007/PartnerControls"/>
    </lcf76f155ced4ddcb4097134ff3c332f>
    <SharedWithUsers xmlns="a55f8354-7d0c-4fc6-a0aa-52501e8f385c">
      <UserInfo>
        <DisplayName>Arul Santhanam</DisplayName>
        <AccountId>19</AccountId>
        <AccountType/>
      </UserInfo>
      <UserInfo>
        <DisplayName>Ioana Aneroussis</DisplayName>
        <AccountId>20</AccountId>
        <AccountType/>
      </UserInfo>
    </SharedWithUsers>
  </documentManagement>
</p:properties>
</file>

<file path=customXml/itemProps1.xml><?xml version="1.0" encoding="utf-8"?>
<ds:datastoreItem xmlns:ds="http://schemas.openxmlformats.org/officeDocument/2006/customXml" ds:itemID="{A4F3FCA6-D808-470A-8683-CE8314FA9810}">
  <ds:schemaRefs>
    <ds:schemaRef ds:uri="http://schemas.microsoft.com/sharepoint/v3/contenttype/forms"/>
  </ds:schemaRefs>
</ds:datastoreItem>
</file>

<file path=customXml/itemProps2.xml><?xml version="1.0" encoding="utf-8"?>
<ds:datastoreItem xmlns:ds="http://schemas.openxmlformats.org/officeDocument/2006/customXml" ds:itemID="{2027B6D6-4F17-4ECE-A8A9-6DB20455B0C5}">
  <ds:schemaRefs>
    <ds:schemaRef ds:uri="88ae1c72-7bde-4bd9-aba3-44c4e8c7b3c3"/>
    <ds:schemaRef ds:uri="a55f8354-7d0c-4fc6-a0aa-52501e8f38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3F19F01-C258-408F-9366-6D591B95420C}">
  <ds:schemaRefs>
    <ds:schemaRef ds:uri="http://schemas.microsoft.com/office/infopath/2007/PartnerControls"/>
    <ds:schemaRef ds:uri="http://schemas.openxmlformats.org/package/2006/metadata/core-properties"/>
    <ds:schemaRef ds:uri="http://www.w3.org/XML/1998/namespace"/>
    <ds:schemaRef ds:uri="http://schemas.microsoft.com/office/2006/metadata/properties"/>
    <ds:schemaRef ds:uri="http://schemas.microsoft.com/office/2006/documentManagement/types"/>
    <ds:schemaRef ds:uri="88ae1c72-7bde-4bd9-aba3-44c4e8c7b3c3"/>
    <ds:schemaRef ds:uri="a55f8354-7d0c-4fc6-a0aa-52501e8f385c"/>
    <ds:schemaRef ds:uri="http://purl.org/dc/dcmitype/"/>
    <ds:schemaRef ds:uri="http://purl.org/dc/terms/"/>
    <ds:schemaRef ds:uri="http://purl.org/dc/elements/1.1/"/>
  </ds:schemaRefs>
</ds:datastoreItem>
</file>

<file path=docMetadata/LabelInfo.xml><?xml version="1.0" encoding="utf-8"?>
<clbl:labelList xmlns:clbl="http://schemas.microsoft.com/office/2020/mipLabelMetadata">
  <clbl:label id="{17bb94ef-bec5-4420-889f-4e76a759c5e8}" enabled="1" method="Privileged" siteId="{ad30e5bc-301d-40db-a10a-0e8d40abe0f9}" contentBits="0" removed="0"/>
</clbl:labelList>
</file>

<file path=docProps/app.xml><?xml version="1.0" encoding="utf-8"?>
<Properties xmlns="http://schemas.openxmlformats.org/officeDocument/2006/extended-properties" xmlns:vt="http://schemas.openxmlformats.org/officeDocument/2006/docPropsVTypes">
  <Template>Siteimprove Theme Sep 2022</Template>
  <TotalTime>0</TotalTime>
  <Words>3893</Words>
  <Application>Microsoft Office PowerPoint</Application>
  <PresentationFormat>Widescreen</PresentationFormat>
  <Paragraphs>545</Paragraphs>
  <Slides>92</Slides>
  <Notes>89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92</vt:i4>
      </vt:variant>
    </vt:vector>
  </HeadingPairs>
  <TitlesOfParts>
    <vt:vector size="96" baseType="lpstr">
      <vt:lpstr>Consolas</vt:lpstr>
      <vt:lpstr>Arial</vt:lpstr>
      <vt:lpstr>Wingdings</vt:lpstr>
      <vt:lpstr>Siteimprove Theme 2024</vt:lpstr>
      <vt:lpstr>Common Mistakes in Web Accessibility</vt:lpstr>
      <vt:lpstr>Introduction</vt:lpstr>
      <vt:lpstr>Introduction (slide 2)</vt:lpstr>
      <vt:lpstr>Introduction (slide 3)</vt:lpstr>
      <vt:lpstr>Blank slide</vt:lpstr>
      <vt:lpstr>Joke Sloth</vt:lpstr>
      <vt:lpstr>The Dataset &gt; The Workflow</vt:lpstr>
      <vt:lpstr>The Dataset &gt; Scale</vt:lpstr>
      <vt:lpstr>The Dataset &gt; Analyzing It </vt:lpstr>
      <vt:lpstr>“Common Mistakes” As Documented Elsewhere</vt:lpstr>
      <vt:lpstr>Why This Talk?</vt:lpstr>
      <vt:lpstr>Blank slide 1</vt:lpstr>
      <vt:lpstr>Mistake 1 of 5: Leftover Link</vt:lpstr>
      <vt:lpstr>Leftover Link &gt; In The Dataset</vt:lpstr>
      <vt:lpstr>sloth</vt:lpstr>
      <vt:lpstr>Leftover Link &gt; What The Consultant Wrote</vt:lpstr>
      <vt:lpstr>Leftover Link &gt; Example Page</vt:lpstr>
      <vt:lpstr>Leftover Link &gt; The Cause</vt:lpstr>
      <vt:lpstr>Leftover Link &gt; Page Author Side  &gt; Current HTML</vt:lpstr>
      <vt:lpstr>Leftover Link &gt; Page Author Side &gt; Back in Time, Version 1</vt:lpstr>
      <vt:lpstr>Backspacing over “Linda Hughes”, animated screenshot 1/9</vt:lpstr>
      <vt:lpstr>Backspacing over “Linda Hughes”, animated screenshot 2/9</vt:lpstr>
      <vt:lpstr>Backspacing over “Linda Hughes”, animated screenshot 3/9</vt:lpstr>
      <vt:lpstr>Backspacing over “Linda Hughes”, animated screenshot 4/9</vt:lpstr>
      <vt:lpstr>Backspacing over “Linda Hughes”, animated screenshot 5/9</vt:lpstr>
      <vt:lpstr>Backspacing over “Linda Hughes”, animated screenshot 6/9</vt:lpstr>
      <vt:lpstr>Backspacing over “Linda Hughes”, animated screenshot 7/9</vt:lpstr>
      <vt:lpstr>Backspacing over “Linda Hughes”, animated screenshot 8/9</vt:lpstr>
      <vt:lpstr>Backspacing over “Linda Hughes”, animated screenshot 9/9</vt:lpstr>
      <vt:lpstr>Leftover Link &gt; User Impact</vt:lpstr>
      <vt:lpstr>Leftover Link &gt; How To Fix</vt:lpstr>
      <vt:lpstr>Leftover Link &gt; Documentation Elsewhere</vt:lpstr>
      <vt:lpstr>Leftover Link &gt; My Manual Check</vt:lpstr>
      <vt:lpstr>Leftover Link &gt; Colleague Anecdote</vt:lpstr>
      <vt:lpstr>Blank slide 2</vt:lpstr>
      <vt:lpstr>Mistake 2 of 5: Heading Used Only For Visual Effect</vt:lpstr>
      <vt:lpstr>Sloth 1</vt:lpstr>
      <vt:lpstr>Heading Used Only For Visual Effect  &gt; In The Dataset</vt:lpstr>
      <vt:lpstr>Heading Used Only For Visual Effect &gt; Consultant Wrote (Continued)</vt:lpstr>
      <vt:lpstr>Heading Used Only For Visual Effect &gt; Consultant Wrote (Continued More)</vt:lpstr>
      <vt:lpstr>Heading Used Only For Visual Effect &gt; Example Page</vt:lpstr>
      <vt:lpstr>Heading Used Only For Visual Effect &gt; Page Author Side</vt:lpstr>
      <vt:lpstr>Heading Used Only For Visual Effect  &gt; User Impact </vt:lpstr>
      <vt:lpstr>Heading Used Only For Visual Effect &gt; example page screenshots</vt:lpstr>
      <vt:lpstr>Heading Used Only For Visual Effect &gt; HTML Before Fix</vt:lpstr>
      <vt:lpstr>Heading Used Only For Visual Effect &gt; HTML After Fix</vt:lpstr>
      <vt:lpstr>Heading Used Only For Visual Effect &gt; Documentation Elsewhere</vt:lpstr>
      <vt:lpstr>Blank slide 3</vt:lpstr>
      <vt:lpstr>Mistake 3 of 5: Font Size “px / pt” Mix-Up </vt:lpstr>
      <vt:lpstr>Font Size “px / pt” Mix-Up &gt; In The Dataset</vt:lpstr>
      <vt:lpstr>Sloth 2</vt:lpstr>
      <vt:lpstr>Font Size “px / pt” Mix-Up &gt; Consultant Wrote</vt:lpstr>
      <vt:lpstr>Font Size “px / pt” Mix-Up &gt; Example Page</vt:lpstr>
      <vt:lpstr>Font Size “px / pt” Mix-Up  &gt; Page Author Side</vt:lpstr>
      <vt:lpstr>Font Size “px / pt” Mix-Up – Danger Zone</vt:lpstr>
      <vt:lpstr>Font Size “px / pt” Mix-Up   &gt; User Impact</vt:lpstr>
      <vt:lpstr>Font Size “px / pt” Mix-Up   &gt; CSS After Fix Option A (Increase Contrast)</vt:lpstr>
      <vt:lpstr>Font Size “px / pt” Mix-Up &gt; CSS After Fix Option B (Increase Font Size)</vt:lpstr>
      <vt:lpstr>Font Size “px / pt” Mix-Up  &gt; Documentation Elsewhere</vt:lpstr>
      <vt:lpstr>Blank slide 4</vt:lpstr>
      <vt:lpstr>Mistake 4 of 5: “Label in Name” Failure </vt:lpstr>
      <vt:lpstr>Sloth 3</vt:lpstr>
      <vt:lpstr>“Label in Name” Failure &gt; In The Dataset</vt:lpstr>
      <vt:lpstr>“Label in Name” Failure &gt; Consultant Wrote</vt:lpstr>
      <vt:lpstr>“Label in Name” Failure  &gt; Consultant Wrote (continued)</vt:lpstr>
      <vt:lpstr>“Label in Name” &gt; Example Page</vt:lpstr>
      <vt:lpstr>“Label in Name” &gt; Example Page Again</vt:lpstr>
      <vt:lpstr>“Label in Name” Failure  &gt; Page Author Side</vt:lpstr>
      <vt:lpstr>“Label in Name” Failure  &gt; Page Author Side (continued)</vt:lpstr>
      <vt:lpstr>“Label in Name” Failure &gt; User Impact</vt:lpstr>
      <vt:lpstr>“Label in Name” Failure &gt; Vocabulary</vt:lpstr>
      <vt:lpstr>“Label in Name” Failure &gt; Before &amp; After Fix</vt:lpstr>
      <vt:lpstr>“Label in Name” Failure &gt; How To Fix</vt:lpstr>
      <vt:lpstr>“Label in Name” Failure &gt; Examples</vt:lpstr>
      <vt:lpstr>“Label in Name” Failure  &gt; Documentation Elsewhere</vt:lpstr>
      <vt:lpstr>Blank slide 5</vt:lpstr>
      <vt:lpstr>Mistake 5 of 5: Bad &lt;label&gt; Element</vt:lpstr>
      <vt:lpstr>Sloth 5</vt:lpstr>
      <vt:lpstr>Bad &lt;label&gt; Element, In The Dataset</vt:lpstr>
      <vt:lpstr>Bad &lt;label&gt; Element,  Consultant Wrote (continued)</vt:lpstr>
      <vt:lpstr>Bad &lt;label&gt; Element, Example Page</vt:lpstr>
      <vt:lpstr>Bad &lt;label&gt; Element, User Impact  </vt:lpstr>
      <vt:lpstr>Bad &lt;label&gt; Element, HTML Before &amp; After Fix</vt:lpstr>
      <vt:lpstr>Bad &lt;label&gt; Element, Fix Checklist (The 7)</vt:lpstr>
      <vt:lpstr>Bad &lt;label&gt; Element, Scope</vt:lpstr>
      <vt:lpstr>Bad &lt;label&gt; Element, Documentation Elsewhere</vt:lpstr>
      <vt:lpstr>Blank slide 6</vt:lpstr>
      <vt:lpstr>Sloth 6</vt:lpstr>
      <vt:lpstr>Conclusion &gt; Some Bad News</vt:lpstr>
      <vt:lpstr>Conclusion &gt; Good News: Meta-Strategy </vt:lpstr>
      <vt:lpstr>Conclusion &gt; Meta-Strategy (continued)</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Siteimprove PowerPoint Presentation</dc:title>
  <dc:subject/>
  <dc:creator>Siteimprove</dc:creator>
  <cp:keywords/>
  <dc:description/>
  <cp:lastModifiedBy>Dan Tripp (CA)</cp:lastModifiedBy>
  <cp:revision>232</cp:revision>
  <dcterms:created xsi:type="dcterms:W3CDTF">2022-09-14T08:44:12Z</dcterms:created>
  <dcterms:modified xsi:type="dcterms:W3CDTF">2026-09-18T22:46:55Z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0x01010096BF589B8AAF3042A04DC5AB44CA987F</vt:lpwstr>
  </property>
  <property fmtid="{D5CDD505-2E9C-101B-9397-08002B2CF9AE}" pid="3" name="MediaServiceImageTags">
    <vt:lpwstr/>
  </property>
</Properties>
</file>